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5" r:id="rId4"/>
    <p:sldMasterId id="2147483666" r:id="rId5"/>
  </p:sldMasterIdLst>
  <p:notesMasterIdLst>
    <p:notesMasterId r:id="rId6"/>
  </p:notesMasterIdLst>
  <p:sldIdLst>
    <p:sldId id="256" r:id="rId7"/>
    <p:sldId id="263" r:id="rId43"/>
    <p:sldId id="264" r:id="rId44"/>
    <p:sldId id="265" r:id="rId45"/>
    <p:sldId id="266" r:id="rId46"/>
    <p:sldId id="267" r:id="rId47"/>
    <p:sldId id="268" r:id="rId48"/>
    <p:sldId id="269" r:id="rId49"/>
    <p:sldId id="270" r:id="rId50"/>
    <p:sldId id="271" r:id="rId51"/>
    <p:sldId id="272" r:id="rId52"/>
    <p:sldId id="261" r:id="rId12"/>
    <p:sldId id="262" r:id="rId13"/>
  </p:sldIdLst>
  <p:sldSz cy="5143500" cx="9144000"/>
  <p:notesSz cx="6858000" cy="9144000"/>
  <p:embeddedFontLst>
    <p:embeddedFont>
      <p:font typeface="Inter Tight Medium"/>
      <p:regular r:id="rId14"/>
      <p:bold r:id="rId15"/>
      <p:italic r:id="rId16"/>
      <p:boldItalic r:id="rId17"/>
    </p:embeddedFont>
    <p:embeddedFont>
      <p:font typeface="Inter Tight Light"/>
      <p:regular r:id="rId18"/>
      <p:bold r:id="rId19"/>
      <p:italic r:id="rId20"/>
      <p:boldItalic r:id="rId21"/>
    </p:embeddedFont>
    <p:embeddedFont>
      <p:font typeface="Geist"/>
      <p:regular r:id="rId22"/>
      <p:bold r:id="rId23"/>
      <p:italic r:id="rId24"/>
      <p:boldItalic r:id="rId25"/>
    </p:embeddedFont>
    <p:embeddedFont>
      <p:font typeface="Geist Medium"/>
      <p:regular r:id="rId26"/>
      <p:bold r:id="rId27"/>
      <p:italic r:id="rId28"/>
      <p:boldItalic r:id="rId29"/>
    </p:embeddedFont>
    <p:embeddedFont>
      <p:font typeface="Geist SemiBold"/>
      <p:regular r:id="rId30"/>
      <p:bold r:id="rId31"/>
      <p:italic r:id="rId32"/>
      <p:boldItalic r:id="rId33"/>
    </p:embeddedFont>
    <p:embeddedFont>
      <p:font typeface="Inter Tight"/>
      <p:regular r:id="rId34"/>
      <p:bold r:id="rId35"/>
      <p:italic r:id="rId36"/>
      <p:boldItalic r:id="rId37"/>
    </p:embeddedFont>
    <p:embeddedFont>
      <p:font typeface="Trocchi"/>
      <p:regular r:id="rId38"/>
    </p:embeddedFont>
    <p:embeddedFont>
      <p:font typeface="Geist Mono Medium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font" Target="fonts/InterTightMedium-regular.fntdata"/><Relationship Id="rId15" Type="http://schemas.openxmlformats.org/officeDocument/2006/relationships/font" Target="fonts/InterTightMedium-bold.fntdata"/><Relationship Id="rId16" Type="http://schemas.openxmlformats.org/officeDocument/2006/relationships/font" Target="fonts/InterTightMedium-italic.fntdata"/><Relationship Id="rId17" Type="http://schemas.openxmlformats.org/officeDocument/2006/relationships/font" Target="fonts/InterTightMedium-boldItalic.fntdata"/><Relationship Id="rId18" Type="http://schemas.openxmlformats.org/officeDocument/2006/relationships/font" Target="fonts/InterTightLight-regular.fntdata"/><Relationship Id="rId19" Type="http://schemas.openxmlformats.org/officeDocument/2006/relationships/font" Target="fonts/InterTightLight-bold.fntdata"/><Relationship Id="rId20" Type="http://schemas.openxmlformats.org/officeDocument/2006/relationships/font" Target="fonts/InterTightLight-italic.fntdata"/><Relationship Id="rId21" Type="http://schemas.openxmlformats.org/officeDocument/2006/relationships/font" Target="fonts/InterTightLight-boldItalic.fntdata"/><Relationship Id="rId22" Type="http://schemas.openxmlformats.org/officeDocument/2006/relationships/font" Target="fonts/Geist-regular.fntdata"/><Relationship Id="rId23" Type="http://schemas.openxmlformats.org/officeDocument/2006/relationships/font" Target="fonts/Geist-bold.fntdata"/><Relationship Id="rId24" Type="http://schemas.openxmlformats.org/officeDocument/2006/relationships/font" Target="fonts/Geist-italic.fntdata"/><Relationship Id="rId25" Type="http://schemas.openxmlformats.org/officeDocument/2006/relationships/font" Target="fonts/Geist-boldItalic.fntdata"/><Relationship Id="rId26" Type="http://schemas.openxmlformats.org/officeDocument/2006/relationships/font" Target="fonts/GeistMedium-regular.fntdata"/><Relationship Id="rId27" Type="http://schemas.openxmlformats.org/officeDocument/2006/relationships/font" Target="fonts/GeistMedium-bold.fntdata"/><Relationship Id="rId28" Type="http://schemas.openxmlformats.org/officeDocument/2006/relationships/font" Target="fonts/GeistMedium-italic.fntdata"/><Relationship Id="rId29" Type="http://schemas.openxmlformats.org/officeDocument/2006/relationships/font" Target="fonts/GeistMedium-boldItalic.fntdata"/><Relationship Id="rId30" Type="http://schemas.openxmlformats.org/officeDocument/2006/relationships/font" Target="fonts/GeistSemiBold-regular.fntdata"/><Relationship Id="rId31" Type="http://schemas.openxmlformats.org/officeDocument/2006/relationships/font" Target="fonts/GeistSemiBold-bold.fntdata"/><Relationship Id="rId32" Type="http://schemas.openxmlformats.org/officeDocument/2006/relationships/font" Target="fonts/GeistSemiBold-italic.fntdata"/><Relationship Id="rId33" Type="http://schemas.openxmlformats.org/officeDocument/2006/relationships/font" Target="fonts/GeistSemiBold-boldItalic.fntdata"/><Relationship Id="rId34" Type="http://schemas.openxmlformats.org/officeDocument/2006/relationships/font" Target="fonts/InterTight-regular.fntdata"/><Relationship Id="rId35" Type="http://schemas.openxmlformats.org/officeDocument/2006/relationships/font" Target="fonts/InterTight-bold.fntdata"/><Relationship Id="rId36" Type="http://schemas.openxmlformats.org/officeDocument/2006/relationships/font" Target="fonts/InterTight-italic.fntdata"/><Relationship Id="rId37" Type="http://schemas.openxmlformats.org/officeDocument/2006/relationships/font" Target="fonts/InterTight-boldItalic.fntdata"/><Relationship Id="rId38" Type="http://schemas.openxmlformats.org/officeDocument/2006/relationships/font" Target="fonts/Trocchi-regular.fntdata"/><Relationship Id="rId39" Type="http://schemas.openxmlformats.org/officeDocument/2006/relationships/font" Target="fonts/GeistMonoMedium-regular.fntdata"/><Relationship Id="rId40" Type="http://schemas.openxmlformats.org/officeDocument/2006/relationships/font" Target="fonts/GeistMonoMedium-bold.fntdata"/><Relationship Id="rId41" Type="http://schemas.openxmlformats.org/officeDocument/2006/relationships/font" Target="fonts/GeistMonoMedium-italic.fntdata"/><Relationship Id="rId42" Type="http://schemas.openxmlformats.org/officeDocument/2006/relationships/font" Target="fonts/GeistMonoMedium-boldItalic.fntdata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4.xml"/><Relationship Id="rId50" Type="http://schemas.openxmlformats.org/officeDocument/2006/relationships/slide" Target="slides/slide15.xml"/><Relationship Id="rId51" Type="http://schemas.openxmlformats.org/officeDocument/2006/relationships/slide" Target="slides/slide16.xml"/><Relationship Id="rId52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5428b96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5428b96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Believe 2026 hands-on lab, Cognition track. Two mirrored labs, roughly 80 minutes each, about 200 attendees across the event; most have used Devin before, so this is not a Devin 101.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 for the room: leave with a playbook that works on your own repo, and know how to put it on a trigger.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Believe lab prep calls with Access (Delta Squads, Enablement and Believe prep, 9 to 23 Sep 2026). Copy drafted from those transcripts; please humanise before presenting.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f5428b966b_2_70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1" name="Google Shape;321;g3f5428b966b_2_70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f5428b966b_2_70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5428b966b_2_74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g3f5428b966b_2_74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f5428b966b_2_74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_Breaker">
  <p:cSld name="#11131E - GRADIENT">
    <p:bg>
      <p:bgPr>
        <a:solidFill>
          <a:srgbClr val="11131E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9136067" cy="514349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" name="Google Shape;52;p13"/>
          <p:cNvGrpSpPr/>
          <p:nvPr/>
        </p:nvGrpSpPr>
        <p:grpSpPr>
          <a:xfrm>
            <a:off x="116123" y="4903358"/>
            <a:ext cx="635202" cy="137385"/>
            <a:chOff x="0" y="0"/>
            <a:chExt cx="1693871" cy="366359"/>
          </a:xfrm>
        </p:grpSpPr>
        <p:sp>
          <p:nvSpPr>
            <p:cNvPr id="53" name="Google Shape;53;p13"/>
            <p:cNvSpPr/>
            <p:nvPr/>
          </p:nvSpPr>
          <p:spPr>
            <a:xfrm>
              <a:off x="443950" y="73265"/>
              <a:ext cx="188946" cy="217458"/>
            </a:xfrm>
            <a:custGeom>
              <a:rect b="b" l="l" r="r" t="t"/>
              <a:pathLst>
                <a:path extrusionOk="0" h="21600" w="21600">
                  <a:moveTo>
                    <a:pt x="11401" y="21598"/>
                  </a:moveTo>
                  <a:cubicBezTo>
                    <a:pt x="9066" y="21598"/>
                    <a:pt x="7041" y="21148"/>
                    <a:pt x="5323" y="20240"/>
                  </a:cubicBezTo>
                  <a:cubicBezTo>
                    <a:pt x="3604" y="19335"/>
                    <a:pt x="2288" y="18073"/>
                    <a:pt x="1374" y="16451"/>
                  </a:cubicBezTo>
                  <a:cubicBezTo>
                    <a:pt x="459" y="14832"/>
                    <a:pt x="0" y="12945"/>
                    <a:pt x="0" y="10799"/>
                  </a:cubicBezTo>
                  <a:cubicBezTo>
                    <a:pt x="0" y="8652"/>
                    <a:pt x="459" y="6790"/>
                    <a:pt x="1374" y="5160"/>
                  </a:cubicBezTo>
                  <a:cubicBezTo>
                    <a:pt x="2288" y="3530"/>
                    <a:pt x="3604" y="2263"/>
                    <a:pt x="5323" y="1358"/>
                  </a:cubicBezTo>
                  <a:cubicBezTo>
                    <a:pt x="7041" y="453"/>
                    <a:pt x="9066" y="0"/>
                    <a:pt x="11401" y="0"/>
                  </a:cubicBezTo>
                  <a:cubicBezTo>
                    <a:pt x="14192" y="0"/>
                    <a:pt x="16477" y="586"/>
                    <a:pt x="18252" y="1759"/>
                  </a:cubicBezTo>
                  <a:cubicBezTo>
                    <a:pt x="20027" y="2934"/>
                    <a:pt x="21141" y="4583"/>
                    <a:pt x="21600" y="6711"/>
                  </a:cubicBezTo>
                  <a:lnTo>
                    <a:pt x="17790" y="6711"/>
                  </a:lnTo>
                  <a:cubicBezTo>
                    <a:pt x="17448" y="5479"/>
                    <a:pt x="16749" y="4492"/>
                    <a:pt x="15695" y="3758"/>
                  </a:cubicBezTo>
                  <a:cubicBezTo>
                    <a:pt x="14641" y="3021"/>
                    <a:pt x="13201" y="2656"/>
                    <a:pt x="11369" y="2656"/>
                  </a:cubicBezTo>
                  <a:cubicBezTo>
                    <a:pt x="9743" y="2656"/>
                    <a:pt x="8347" y="2983"/>
                    <a:pt x="7180" y="3640"/>
                  </a:cubicBezTo>
                  <a:cubicBezTo>
                    <a:pt x="6012" y="4296"/>
                    <a:pt x="5107" y="5231"/>
                    <a:pt x="4468" y="6444"/>
                  </a:cubicBezTo>
                  <a:cubicBezTo>
                    <a:pt x="3826" y="7657"/>
                    <a:pt x="3506" y="9108"/>
                    <a:pt x="3506" y="10799"/>
                  </a:cubicBezTo>
                  <a:cubicBezTo>
                    <a:pt x="3506" y="12490"/>
                    <a:pt x="3826" y="13947"/>
                    <a:pt x="4468" y="15170"/>
                  </a:cubicBezTo>
                  <a:cubicBezTo>
                    <a:pt x="5107" y="16394"/>
                    <a:pt x="6012" y="17328"/>
                    <a:pt x="7180" y="17974"/>
                  </a:cubicBezTo>
                  <a:cubicBezTo>
                    <a:pt x="8349" y="18620"/>
                    <a:pt x="9743" y="18944"/>
                    <a:pt x="11369" y="18944"/>
                  </a:cubicBezTo>
                  <a:cubicBezTo>
                    <a:pt x="13201" y="18944"/>
                    <a:pt x="14641" y="18593"/>
                    <a:pt x="15695" y="17886"/>
                  </a:cubicBezTo>
                  <a:cubicBezTo>
                    <a:pt x="16749" y="17179"/>
                    <a:pt x="17445" y="16219"/>
                    <a:pt x="17790" y="15007"/>
                  </a:cubicBezTo>
                  <a:lnTo>
                    <a:pt x="21600" y="15007"/>
                  </a:lnTo>
                  <a:cubicBezTo>
                    <a:pt x="21141" y="17075"/>
                    <a:pt x="20027" y="18692"/>
                    <a:pt x="18252" y="19855"/>
                  </a:cubicBezTo>
                  <a:cubicBezTo>
                    <a:pt x="16477" y="21017"/>
                    <a:pt x="14194" y="21600"/>
                    <a:pt x="11401" y="21600"/>
                  </a:cubicBezTo>
                  <a:lnTo>
                    <a:pt x="11401" y="215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4" name="Google Shape;54;p13"/>
            <p:cNvSpPr/>
            <p:nvPr/>
          </p:nvSpPr>
          <p:spPr>
            <a:xfrm>
              <a:off x="648221" y="132092"/>
              <a:ext cx="150174" cy="158598"/>
            </a:xfrm>
            <a:custGeom>
              <a:rect b="b" l="l" r="r" t="t"/>
              <a:pathLst>
                <a:path extrusionOk="0" h="21600" w="21600">
                  <a:moveTo>
                    <a:pt x="10800" y="21599"/>
                  </a:moveTo>
                  <a:cubicBezTo>
                    <a:pt x="8726" y="21599"/>
                    <a:pt x="6871" y="21150"/>
                    <a:pt x="5227" y="20249"/>
                  </a:cubicBezTo>
                  <a:cubicBezTo>
                    <a:pt x="3587" y="19349"/>
                    <a:pt x="2304" y="18089"/>
                    <a:pt x="1381" y="16465"/>
                  </a:cubicBezTo>
                  <a:cubicBezTo>
                    <a:pt x="458" y="14844"/>
                    <a:pt x="0" y="12967"/>
                    <a:pt x="0" y="10841"/>
                  </a:cubicBezTo>
                  <a:cubicBezTo>
                    <a:pt x="0" y="8715"/>
                    <a:pt x="469" y="6759"/>
                    <a:pt x="1405" y="5134"/>
                  </a:cubicBezTo>
                  <a:cubicBezTo>
                    <a:pt x="2340" y="3513"/>
                    <a:pt x="3630" y="2251"/>
                    <a:pt x="5270" y="1349"/>
                  </a:cubicBezTo>
                  <a:cubicBezTo>
                    <a:pt x="6910" y="449"/>
                    <a:pt x="8753" y="0"/>
                    <a:pt x="10800" y="0"/>
                  </a:cubicBezTo>
                  <a:cubicBezTo>
                    <a:pt x="12847" y="0"/>
                    <a:pt x="14718" y="449"/>
                    <a:pt x="16330" y="1349"/>
                  </a:cubicBezTo>
                  <a:cubicBezTo>
                    <a:pt x="17942" y="2249"/>
                    <a:pt x="19224" y="3505"/>
                    <a:pt x="20175" y="5110"/>
                  </a:cubicBezTo>
                  <a:cubicBezTo>
                    <a:pt x="21126" y="6720"/>
                    <a:pt x="21600" y="8617"/>
                    <a:pt x="21600" y="10796"/>
                  </a:cubicBezTo>
                  <a:cubicBezTo>
                    <a:pt x="21600" y="12975"/>
                    <a:pt x="21126" y="14840"/>
                    <a:pt x="20175" y="16462"/>
                  </a:cubicBezTo>
                  <a:cubicBezTo>
                    <a:pt x="19224" y="18082"/>
                    <a:pt x="17934" y="19345"/>
                    <a:pt x="16310" y="20247"/>
                  </a:cubicBezTo>
                  <a:cubicBezTo>
                    <a:pt x="14682" y="21147"/>
                    <a:pt x="12847" y="21596"/>
                    <a:pt x="10805" y="21596"/>
                  </a:cubicBezTo>
                  <a:lnTo>
                    <a:pt x="10800" y="21600"/>
                  </a:lnTo>
                  <a:close/>
                  <a:moveTo>
                    <a:pt x="10757" y="18082"/>
                  </a:moveTo>
                  <a:cubicBezTo>
                    <a:pt x="11907" y="18082"/>
                    <a:pt x="12967" y="17811"/>
                    <a:pt x="13933" y="17264"/>
                  </a:cubicBezTo>
                  <a:cubicBezTo>
                    <a:pt x="14896" y="16717"/>
                    <a:pt x="15681" y="15899"/>
                    <a:pt x="16285" y="14809"/>
                  </a:cubicBezTo>
                  <a:cubicBezTo>
                    <a:pt x="16891" y="13720"/>
                    <a:pt x="17193" y="12381"/>
                    <a:pt x="17193" y="10801"/>
                  </a:cubicBezTo>
                  <a:cubicBezTo>
                    <a:pt x="17193" y="9222"/>
                    <a:pt x="16898" y="7850"/>
                    <a:pt x="16308" y="6772"/>
                  </a:cubicBezTo>
                  <a:cubicBezTo>
                    <a:pt x="15720" y="5694"/>
                    <a:pt x="14947" y="4883"/>
                    <a:pt x="13996" y="4336"/>
                  </a:cubicBezTo>
                  <a:cubicBezTo>
                    <a:pt x="13045" y="3789"/>
                    <a:pt x="11994" y="3518"/>
                    <a:pt x="10843" y="3518"/>
                  </a:cubicBezTo>
                  <a:cubicBezTo>
                    <a:pt x="9693" y="3518"/>
                    <a:pt x="8626" y="3789"/>
                    <a:pt x="7647" y="4336"/>
                  </a:cubicBezTo>
                  <a:cubicBezTo>
                    <a:pt x="6668" y="4883"/>
                    <a:pt x="5883" y="5693"/>
                    <a:pt x="5295" y="6772"/>
                  </a:cubicBezTo>
                  <a:cubicBezTo>
                    <a:pt x="4706" y="7850"/>
                    <a:pt x="4410" y="9191"/>
                    <a:pt x="4410" y="10801"/>
                  </a:cubicBezTo>
                  <a:cubicBezTo>
                    <a:pt x="4410" y="12412"/>
                    <a:pt x="4705" y="13720"/>
                    <a:pt x="5295" y="14809"/>
                  </a:cubicBezTo>
                  <a:cubicBezTo>
                    <a:pt x="5885" y="15899"/>
                    <a:pt x="6656" y="16717"/>
                    <a:pt x="7604" y="17264"/>
                  </a:cubicBezTo>
                  <a:cubicBezTo>
                    <a:pt x="8555" y="17811"/>
                    <a:pt x="9606" y="18082"/>
                    <a:pt x="10757" y="1808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5" name="Google Shape;55;p13"/>
            <p:cNvSpPr/>
            <p:nvPr/>
          </p:nvSpPr>
          <p:spPr>
            <a:xfrm>
              <a:off x="814314" y="132125"/>
              <a:ext cx="159138" cy="224640"/>
            </a:xfrm>
            <a:custGeom>
              <a:rect b="b" l="l" r="r" t="t"/>
              <a:pathLst>
                <a:path extrusionOk="0" h="21600" w="21600">
                  <a:moveTo>
                    <a:pt x="11092" y="21600"/>
                  </a:moveTo>
                  <a:cubicBezTo>
                    <a:pt x="9788" y="21600"/>
                    <a:pt x="8552" y="21485"/>
                    <a:pt x="7384" y="21254"/>
                  </a:cubicBezTo>
                  <a:cubicBezTo>
                    <a:pt x="6217" y="21022"/>
                    <a:pt x="5150" y="20677"/>
                    <a:pt x="4184" y="20214"/>
                  </a:cubicBezTo>
                  <a:cubicBezTo>
                    <a:pt x="3218" y="19751"/>
                    <a:pt x="2426" y="19168"/>
                    <a:pt x="1799" y="18468"/>
                  </a:cubicBezTo>
                  <a:cubicBezTo>
                    <a:pt x="1172" y="17765"/>
                    <a:pt x="766" y="16970"/>
                    <a:pt x="574" y="16086"/>
                  </a:cubicBezTo>
                  <a:lnTo>
                    <a:pt x="4650" y="16086"/>
                  </a:lnTo>
                  <a:cubicBezTo>
                    <a:pt x="4894" y="16682"/>
                    <a:pt x="5308" y="17206"/>
                    <a:pt x="5894" y="17659"/>
                  </a:cubicBezTo>
                  <a:cubicBezTo>
                    <a:pt x="6475" y="18111"/>
                    <a:pt x="7219" y="18462"/>
                    <a:pt x="8113" y="18713"/>
                  </a:cubicBezTo>
                  <a:cubicBezTo>
                    <a:pt x="9011" y="18963"/>
                    <a:pt x="9988" y="19087"/>
                    <a:pt x="11048" y="19087"/>
                  </a:cubicBezTo>
                  <a:cubicBezTo>
                    <a:pt x="12242" y="19087"/>
                    <a:pt x="13332" y="18909"/>
                    <a:pt x="14308" y="18552"/>
                  </a:cubicBezTo>
                  <a:cubicBezTo>
                    <a:pt x="15284" y="18196"/>
                    <a:pt x="16066" y="17652"/>
                    <a:pt x="16652" y="16921"/>
                  </a:cubicBezTo>
                  <a:cubicBezTo>
                    <a:pt x="17235" y="16189"/>
                    <a:pt x="17527" y="15255"/>
                    <a:pt x="17527" y="14118"/>
                  </a:cubicBezTo>
                  <a:lnTo>
                    <a:pt x="17527" y="12154"/>
                  </a:lnTo>
                  <a:cubicBezTo>
                    <a:pt x="17092" y="12673"/>
                    <a:pt x="16535" y="13150"/>
                    <a:pt x="15855" y="13584"/>
                  </a:cubicBezTo>
                  <a:cubicBezTo>
                    <a:pt x="15176" y="14018"/>
                    <a:pt x="14353" y="14363"/>
                    <a:pt x="13392" y="14624"/>
                  </a:cubicBezTo>
                  <a:cubicBezTo>
                    <a:pt x="12426" y="14885"/>
                    <a:pt x="11306" y="15016"/>
                    <a:pt x="10029" y="15016"/>
                  </a:cubicBezTo>
                  <a:cubicBezTo>
                    <a:pt x="8128" y="15016"/>
                    <a:pt x="6423" y="14699"/>
                    <a:pt x="4913" y="14063"/>
                  </a:cubicBezTo>
                  <a:cubicBezTo>
                    <a:pt x="3406" y="13428"/>
                    <a:pt x="2208" y="12538"/>
                    <a:pt x="1325" y="11391"/>
                  </a:cubicBezTo>
                  <a:cubicBezTo>
                    <a:pt x="443" y="10247"/>
                    <a:pt x="0" y="8951"/>
                    <a:pt x="0" y="7508"/>
                  </a:cubicBezTo>
                  <a:cubicBezTo>
                    <a:pt x="0" y="6065"/>
                    <a:pt x="443" y="4727"/>
                    <a:pt x="1325" y="3609"/>
                  </a:cubicBezTo>
                  <a:cubicBezTo>
                    <a:pt x="2208" y="2494"/>
                    <a:pt x="3411" y="1613"/>
                    <a:pt x="4932" y="966"/>
                  </a:cubicBezTo>
                  <a:cubicBezTo>
                    <a:pt x="6453" y="322"/>
                    <a:pt x="8166" y="0"/>
                    <a:pt x="10067" y="0"/>
                  </a:cubicBezTo>
                  <a:cubicBezTo>
                    <a:pt x="11208" y="0"/>
                    <a:pt x="12253" y="120"/>
                    <a:pt x="13203" y="362"/>
                  </a:cubicBezTo>
                  <a:cubicBezTo>
                    <a:pt x="14153" y="605"/>
                    <a:pt x="14995" y="927"/>
                    <a:pt x="15731" y="1328"/>
                  </a:cubicBezTo>
                  <a:cubicBezTo>
                    <a:pt x="16463" y="1733"/>
                    <a:pt x="17061" y="2196"/>
                    <a:pt x="17523" y="2714"/>
                  </a:cubicBezTo>
                  <a:lnTo>
                    <a:pt x="17929" y="346"/>
                  </a:lnTo>
                  <a:lnTo>
                    <a:pt x="21600" y="346"/>
                  </a:lnTo>
                  <a:lnTo>
                    <a:pt x="21600" y="14033"/>
                  </a:lnTo>
                  <a:cubicBezTo>
                    <a:pt x="21600" y="15265"/>
                    <a:pt x="21333" y="16348"/>
                    <a:pt x="20804" y="17283"/>
                  </a:cubicBezTo>
                  <a:cubicBezTo>
                    <a:pt x="20275" y="18217"/>
                    <a:pt x="19541" y="19002"/>
                    <a:pt x="18603" y="19635"/>
                  </a:cubicBezTo>
                  <a:cubicBezTo>
                    <a:pt x="17663" y="20271"/>
                    <a:pt x="16560" y="20755"/>
                    <a:pt x="15283" y="21094"/>
                  </a:cubicBezTo>
                  <a:cubicBezTo>
                    <a:pt x="14005" y="21429"/>
                    <a:pt x="12604" y="21599"/>
                    <a:pt x="11083" y="21599"/>
                  </a:cubicBezTo>
                  <a:lnTo>
                    <a:pt x="11094" y="21599"/>
                  </a:lnTo>
                  <a:close/>
                  <a:moveTo>
                    <a:pt x="10769" y="12533"/>
                  </a:moveTo>
                  <a:cubicBezTo>
                    <a:pt x="12098" y="12533"/>
                    <a:pt x="13263" y="12318"/>
                    <a:pt x="14255" y="11884"/>
                  </a:cubicBezTo>
                  <a:cubicBezTo>
                    <a:pt x="15248" y="11450"/>
                    <a:pt x="16021" y="10859"/>
                    <a:pt x="16577" y="10108"/>
                  </a:cubicBezTo>
                  <a:cubicBezTo>
                    <a:pt x="17134" y="9358"/>
                    <a:pt x="17412" y="8490"/>
                    <a:pt x="17412" y="7508"/>
                  </a:cubicBezTo>
                  <a:cubicBezTo>
                    <a:pt x="17412" y="6525"/>
                    <a:pt x="17134" y="5637"/>
                    <a:pt x="16577" y="4895"/>
                  </a:cubicBezTo>
                  <a:cubicBezTo>
                    <a:pt x="16021" y="4155"/>
                    <a:pt x="15248" y="3572"/>
                    <a:pt x="14255" y="3149"/>
                  </a:cubicBezTo>
                  <a:cubicBezTo>
                    <a:pt x="13263" y="2726"/>
                    <a:pt x="12103" y="2514"/>
                    <a:pt x="10769" y="2514"/>
                  </a:cubicBezTo>
                  <a:cubicBezTo>
                    <a:pt x="9434" y="2514"/>
                    <a:pt x="8350" y="2727"/>
                    <a:pt x="7346" y="3149"/>
                  </a:cubicBezTo>
                  <a:cubicBezTo>
                    <a:pt x="6339" y="3573"/>
                    <a:pt x="5557" y="4156"/>
                    <a:pt x="5002" y="4895"/>
                  </a:cubicBezTo>
                  <a:cubicBezTo>
                    <a:pt x="4447" y="5637"/>
                    <a:pt x="4168" y="6508"/>
                    <a:pt x="4168" y="7508"/>
                  </a:cubicBezTo>
                  <a:cubicBezTo>
                    <a:pt x="4168" y="8508"/>
                    <a:pt x="4445" y="9358"/>
                    <a:pt x="5002" y="10108"/>
                  </a:cubicBezTo>
                  <a:cubicBezTo>
                    <a:pt x="5559" y="10859"/>
                    <a:pt x="6339" y="11452"/>
                    <a:pt x="7346" y="11884"/>
                  </a:cubicBezTo>
                  <a:cubicBezTo>
                    <a:pt x="8349" y="12318"/>
                    <a:pt x="9491" y="12533"/>
                    <a:pt x="10769" y="1253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6" name="Google Shape;56;p13"/>
            <p:cNvSpPr/>
            <p:nvPr/>
          </p:nvSpPr>
          <p:spPr>
            <a:xfrm>
              <a:off x="1001928" y="132125"/>
              <a:ext cx="137862" cy="154980"/>
            </a:xfrm>
            <a:custGeom>
              <a:rect b="b" l="l" r="r" t="t"/>
              <a:pathLst>
                <a:path extrusionOk="0" h="21600" w="21600">
                  <a:moveTo>
                    <a:pt x="5" y="21600"/>
                  </a:moveTo>
                  <a:lnTo>
                    <a:pt x="5" y="503"/>
                  </a:lnTo>
                  <a:lnTo>
                    <a:pt x="4241" y="503"/>
                  </a:lnTo>
                  <a:lnTo>
                    <a:pt x="4523" y="4101"/>
                  </a:lnTo>
                  <a:cubicBezTo>
                    <a:pt x="5277" y="2817"/>
                    <a:pt x="6336" y="1814"/>
                    <a:pt x="7698" y="1088"/>
                  </a:cubicBezTo>
                  <a:cubicBezTo>
                    <a:pt x="9064" y="363"/>
                    <a:pt x="10655" y="0"/>
                    <a:pt x="12472" y="0"/>
                  </a:cubicBezTo>
                  <a:cubicBezTo>
                    <a:pt x="14385" y="0"/>
                    <a:pt x="16014" y="336"/>
                    <a:pt x="17364" y="1002"/>
                  </a:cubicBezTo>
                  <a:cubicBezTo>
                    <a:pt x="18712" y="1670"/>
                    <a:pt x="19758" y="2685"/>
                    <a:pt x="20495" y="4038"/>
                  </a:cubicBezTo>
                  <a:cubicBezTo>
                    <a:pt x="21232" y="5392"/>
                    <a:pt x="21600" y="7086"/>
                    <a:pt x="21600" y="9122"/>
                  </a:cubicBezTo>
                  <a:lnTo>
                    <a:pt x="21600" y="21597"/>
                  </a:lnTo>
                  <a:lnTo>
                    <a:pt x="16895" y="21597"/>
                  </a:lnTo>
                  <a:lnTo>
                    <a:pt x="16895" y="9542"/>
                  </a:lnTo>
                  <a:cubicBezTo>
                    <a:pt x="16895" y="7590"/>
                    <a:pt x="16409" y="6106"/>
                    <a:pt x="15437" y="5083"/>
                  </a:cubicBezTo>
                  <a:cubicBezTo>
                    <a:pt x="14467" y="4064"/>
                    <a:pt x="13054" y="3555"/>
                    <a:pt x="11201" y="3555"/>
                  </a:cubicBezTo>
                  <a:cubicBezTo>
                    <a:pt x="9978" y="3555"/>
                    <a:pt x="8882" y="3821"/>
                    <a:pt x="7905" y="4350"/>
                  </a:cubicBezTo>
                  <a:cubicBezTo>
                    <a:pt x="6933" y="4883"/>
                    <a:pt x="6157" y="5647"/>
                    <a:pt x="5577" y="6654"/>
                  </a:cubicBezTo>
                  <a:cubicBezTo>
                    <a:pt x="4997" y="7656"/>
                    <a:pt x="4705" y="8887"/>
                    <a:pt x="4705" y="10338"/>
                  </a:cubicBezTo>
                  <a:lnTo>
                    <a:pt x="4705" y="21598"/>
                  </a:lnTo>
                  <a:lnTo>
                    <a:pt x="0" y="21598"/>
                  </a:lnTo>
                  <a:lnTo>
                    <a:pt x="5" y="2159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1161981" y="69346"/>
              <a:ext cx="39636" cy="217728"/>
            </a:xfrm>
            <a:custGeom>
              <a:rect b="b" l="l" r="r" t="t"/>
              <a:pathLst>
                <a:path extrusionOk="0" h="21600" w="21600">
                  <a:moveTo>
                    <a:pt x="10803" y="3753"/>
                  </a:moveTo>
                  <a:cubicBezTo>
                    <a:pt x="7634" y="3753"/>
                    <a:pt x="5041" y="3575"/>
                    <a:pt x="3034" y="3218"/>
                  </a:cubicBezTo>
                  <a:cubicBezTo>
                    <a:pt x="1009" y="2861"/>
                    <a:pt x="0" y="2402"/>
                    <a:pt x="0" y="1848"/>
                  </a:cubicBezTo>
                  <a:cubicBezTo>
                    <a:pt x="0" y="1293"/>
                    <a:pt x="1009" y="870"/>
                    <a:pt x="3034" y="521"/>
                  </a:cubicBezTo>
                  <a:cubicBezTo>
                    <a:pt x="5052" y="175"/>
                    <a:pt x="7634" y="0"/>
                    <a:pt x="10803" y="0"/>
                  </a:cubicBezTo>
                  <a:cubicBezTo>
                    <a:pt x="13972" y="0"/>
                    <a:pt x="16413" y="173"/>
                    <a:pt x="18496" y="521"/>
                  </a:cubicBezTo>
                  <a:cubicBezTo>
                    <a:pt x="20561" y="869"/>
                    <a:pt x="21600" y="1312"/>
                    <a:pt x="21600" y="1848"/>
                  </a:cubicBezTo>
                  <a:cubicBezTo>
                    <a:pt x="21600" y="2384"/>
                    <a:pt x="20561" y="2861"/>
                    <a:pt x="18496" y="3218"/>
                  </a:cubicBezTo>
                  <a:cubicBezTo>
                    <a:pt x="16413" y="3575"/>
                    <a:pt x="13866" y="3753"/>
                    <a:pt x="10803" y="3753"/>
                  </a:cubicBezTo>
                  <a:close/>
                  <a:moveTo>
                    <a:pt x="2611" y="21600"/>
                  </a:moveTo>
                  <a:lnTo>
                    <a:pt x="2611" y="6584"/>
                  </a:lnTo>
                  <a:lnTo>
                    <a:pt x="18977" y="6584"/>
                  </a:lnTo>
                  <a:lnTo>
                    <a:pt x="18977" y="21600"/>
                  </a:lnTo>
                  <a:lnTo>
                    <a:pt x="2611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8" name="Google Shape;58;p13"/>
            <p:cNvSpPr/>
            <p:nvPr/>
          </p:nvSpPr>
          <p:spPr>
            <a:xfrm>
              <a:off x="1213379" y="97564"/>
              <a:ext cx="98820" cy="189486"/>
            </a:xfrm>
            <a:custGeom>
              <a:rect b="b" l="l" r="r" t="t"/>
              <a:pathLst>
                <a:path extrusionOk="0" h="21600" w="21600">
                  <a:moveTo>
                    <a:pt x="15953" y="21600"/>
                  </a:moveTo>
                  <a:cubicBezTo>
                    <a:pt x="13854" y="21600"/>
                    <a:pt x="12039" y="21429"/>
                    <a:pt x="10502" y="21086"/>
                  </a:cubicBezTo>
                  <a:cubicBezTo>
                    <a:pt x="8972" y="20745"/>
                    <a:pt x="7786" y="20174"/>
                    <a:pt x="6958" y="19373"/>
                  </a:cubicBezTo>
                  <a:cubicBezTo>
                    <a:pt x="6122" y="18575"/>
                    <a:pt x="5710" y="17489"/>
                    <a:pt x="5710" y="16121"/>
                  </a:cubicBezTo>
                  <a:lnTo>
                    <a:pt x="5710" y="7221"/>
                  </a:lnTo>
                  <a:lnTo>
                    <a:pt x="0" y="7221"/>
                  </a:lnTo>
                  <a:lnTo>
                    <a:pt x="0" y="4347"/>
                  </a:lnTo>
                  <a:lnTo>
                    <a:pt x="5710" y="4347"/>
                  </a:lnTo>
                  <a:lnTo>
                    <a:pt x="6564" y="0"/>
                  </a:lnTo>
                  <a:lnTo>
                    <a:pt x="12275" y="0"/>
                  </a:lnTo>
                  <a:lnTo>
                    <a:pt x="12275" y="4347"/>
                  </a:lnTo>
                  <a:lnTo>
                    <a:pt x="21600" y="4347"/>
                  </a:lnTo>
                  <a:lnTo>
                    <a:pt x="21600" y="7221"/>
                  </a:lnTo>
                  <a:lnTo>
                    <a:pt x="12275" y="7221"/>
                  </a:lnTo>
                  <a:lnTo>
                    <a:pt x="12275" y="16155"/>
                  </a:lnTo>
                  <a:cubicBezTo>
                    <a:pt x="12275" y="17137"/>
                    <a:pt x="12670" y="17805"/>
                    <a:pt x="13456" y="18158"/>
                  </a:cubicBezTo>
                  <a:cubicBezTo>
                    <a:pt x="14242" y="18511"/>
                    <a:pt x="15598" y="18688"/>
                    <a:pt x="17528" y="18688"/>
                  </a:cubicBezTo>
                  <a:lnTo>
                    <a:pt x="21334" y="18688"/>
                  </a:lnTo>
                  <a:lnTo>
                    <a:pt x="21334" y="21596"/>
                  </a:lnTo>
                  <a:lnTo>
                    <a:pt x="15949" y="21596"/>
                  </a:lnTo>
                  <a:lnTo>
                    <a:pt x="15953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59" name="Google Shape;59;p13"/>
            <p:cNvSpPr/>
            <p:nvPr/>
          </p:nvSpPr>
          <p:spPr>
            <a:xfrm>
              <a:off x="1325791" y="69346"/>
              <a:ext cx="39636" cy="217728"/>
            </a:xfrm>
            <a:custGeom>
              <a:rect b="b" l="l" r="r" t="t"/>
              <a:pathLst>
                <a:path extrusionOk="0" h="21600" w="21600">
                  <a:moveTo>
                    <a:pt x="10803" y="3753"/>
                  </a:moveTo>
                  <a:cubicBezTo>
                    <a:pt x="7634" y="3753"/>
                    <a:pt x="5041" y="3575"/>
                    <a:pt x="3034" y="3218"/>
                  </a:cubicBezTo>
                  <a:cubicBezTo>
                    <a:pt x="1009" y="2861"/>
                    <a:pt x="0" y="2402"/>
                    <a:pt x="0" y="1848"/>
                  </a:cubicBezTo>
                  <a:cubicBezTo>
                    <a:pt x="0" y="1293"/>
                    <a:pt x="1009" y="870"/>
                    <a:pt x="3034" y="521"/>
                  </a:cubicBezTo>
                  <a:cubicBezTo>
                    <a:pt x="5052" y="175"/>
                    <a:pt x="7634" y="0"/>
                    <a:pt x="10803" y="0"/>
                  </a:cubicBezTo>
                  <a:cubicBezTo>
                    <a:pt x="13972" y="0"/>
                    <a:pt x="16413" y="173"/>
                    <a:pt x="18496" y="521"/>
                  </a:cubicBezTo>
                  <a:cubicBezTo>
                    <a:pt x="20561" y="869"/>
                    <a:pt x="21600" y="1312"/>
                    <a:pt x="21600" y="1848"/>
                  </a:cubicBezTo>
                  <a:cubicBezTo>
                    <a:pt x="21600" y="2384"/>
                    <a:pt x="20561" y="2861"/>
                    <a:pt x="18496" y="3218"/>
                  </a:cubicBezTo>
                  <a:cubicBezTo>
                    <a:pt x="16413" y="3575"/>
                    <a:pt x="13860" y="3753"/>
                    <a:pt x="10803" y="3753"/>
                  </a:cubicBezTo>
                  <a:close/>
                  <a:moveTo>
                    <a:pt x="2611" y="21600"/>
                  </a:moveTo>
                  <a:lnTo>
                    <a:pt x="2611" y="6584"/>
                  </a:lnTo>
                  <a:lnTo>
                    <a:pt x="18977" y="6584"/>
                  </a:lnTo>
                  <a:lnTo>
                    <a:pt x="18977" y="21600"/>
                  </a:lnTo>
                  <a:lnTo>
                    <a:pt x="2611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1383477" y="132092"/>
              <a:ext cx="150174" cy="158598"/>
            </a:xfrm>
            <a:custGeom>
              <a:rect b="b" l="l" r="r" t="t"/>
              <a:pathLst>
                <a:path extrusionOk="0" h="21600" w="21600">
                  <a:moveTo>
                    <a:pt x="10801" y="21599"/>
                  </a:moveTo>
                  <a:cubicBezTo>
                    <a:pt x="8726" y="21599"/>
                    <a:pt x="6871" y="21150"/>
                    <a:pt x="5228" y="20249"/>
                  </a:cubicBezTo>
                  <a:cubicBezTo>
                    <a:pt x="3588" y="19349"/>
                    <a:pt x="2306" y="18089"/>
                    <a:pt x="1381" y="16465"/>
                  </a:cubicBezTo>
                  <a:cubicBezTo>
                    <a:pt x="458" y="14844"/>
                    <a:pt x="0" y="12967"/>
                    <a:pt x="0" y="10841"/>
                  </a:cubicBezTo>
                  <a:cubicBezTo>
                    <a:pt x="0" y="8715"/>
                    <a:pt x="471" y="6759"/>
                    <a:pt x="1406" y="5134"/>
                  </a:cubicBezTo>
                  <a:cubicBezTo>
                    <a:pt x="2341" y="3513"/>
                    <a:pt x="3631" y="2251"/>
                    <a:pt x="5271" y="1349"/>
                  </a:cubicBezTo>
                  <a:cubicBezTo>
                    <a:pt x="6911" y="449"/>
                    <a:pt x="8754" y="0"/>
                    <a:pt x="10801" y="0"/>
                  </a:cubicBezTo>
                  <a:cubicBezTo>
                    <a:pt x="12848" y="0"/>
                    <a:pt x="14717" y="449"/>
                    <a:pt x="16329" y="1349"/>
                  </a:cubicBezTo>
                  <a:cubicBezTo>
                    <a:pt x="17941" y="2249"/>
                    <a:pt x="19223" y="3505"/>
                    <a:pt x="20174" y="5110"/>
                  </a:cubicBezTo>
                  <a:cubicBezTo>
                    <a:pt x="21126" y="6720"/>
                    <a:pt x="21600" y="8617"/>
                    <a:pt x="21600" y="10796"/>
                  </a:cubicBezTo>
                  <a:cubicBezTo>
                    <a:pt x="21600" y="12975"/>
                    <a:pt x="21126" y="14840"/>
                    <a:pt x="20174" y="16462"/>
                  </a:cubicBezTo>
                  <a:cubicBezTo>
                    <a:pt x="19223" y="18082"/>
                    <a:pt x="17933" y="19345"/>
                    <a:pt x="16309" y="20247"/>
                  </a:cubicBezTo>
                  <a:cubicBezTo>
                    <a:pt x="14681" y="21147"/>
                    <a:pt x="12846" y="21596"/>
                    <a:pt x="10804" y="21596"/>
                  </a:cubicBezTo>
                  <a:lnTo>
                    <a:pt x="10801" y="21600"/>
                  </a:lnTo>
                  <a:close/>
                  <a:moveTo>
                    <a:pt x="10756" y="18082"/>
                  </a:moveTo>
                  <a:cubicBezTo>
                    <a:pt x="11906" y="18082"/>
                    <a:pt x="12966" y="17811"/>
                    <a:pt x="13933" y="17264"/>
                  </a:cubicBezTo>
                  <a:cubicBezTo>
                    <a:pt x="14897" y="16717"/>
                    <a:pt x="15680" y="15899"/>
                    <a:pt x="16286" y="14809"/>
                  </a:cubicBezTo>
                  <a:cubicBezTo>
                    <a:pt x="16891" y="13720"/>
                    <a:pt x="17193" y="12381"/>
                    <a:pt x="17193" y="10801"/>
                  </a:cubicBezTo>
                  <a:cubicBezTo>
                    <a:pt x="17193" y="9222"/>
                    <a:pt x="16899" y="7850"/>
                    <a:pt x="16309" y="6772"/>
                  </a:cubicBezTo>
                  <a:cubicBezTo>
                    <a:pt x="15720" y="5694"/>
                    <a:pt x="14948" y="4883"/>
                    <a:pt x="13997" y="4336"/>
                  </a:cubicBezTo>
                  <a:cubicBezTo>
                    <a:pt x="13045" y="3789"/>
                    <a:pt x="11995" y="3518"/>
                    <a:pt x="10844" y="3518"/>
                  </a:cubicBezTo>
                  <a:cubicBezTo>
                    <a:pt x="9694" y="3518"/>
                    <a:pt x="8627" y="3789"/>
                    <a:pt x="7648" y="4336"/>
                  </a:cubicBezTo>
                  <a:cubicBezTo>
                    <a:pt x="6668" y="4883"/>
                    <a:pt x="5884" y="5693"/>
                    <a:pt x="5294" y="6772"/>
                  </a:cubicBezTo>
                  <a:cubicBezTo>
                    <a:pt x="4706" y="7850"/>
                    <a:pt x="4412" y="9191"/>
                    <a:pt x="4412" y="10801"/>
                  </a:cubicBezTo>
                  <a:cubicBezTo>
                    <a:pt x="4412" y="12412"/>
                    <a:pt x="4706" y="13720"/>
                    <a:pt x="5294" y="14809"/>
                  </a:cubicBezTo>
                  <a:cubicBezTo>
                    <a:pt x="5884" y="15899"/>
                    <a:pt x="6657" y="16717"/>
                    <a:pt x="7603" y="17264"/>
                  </a:cubicBezTo>
                  <a:cubicBezTo>
                    <a:pt x="8555" y="17811"/>
                    <a:pt x="9605" y="18082"/>
                    <a:pt x="10756" y="1808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1556009" y="132125"/>
              <a:ext cx="137862" cy="154980"/>
            </a:xfrm>
            <a:custGeom>
              <a:rect b="b" l="l" r="r" t="t"/>
              <a:pathLst>
                <a:path extrusionOk="0" h="21600" w="21600">
                  <a:moveTo>
                    <a:pt x="3" y="21600"/>
                  </a:moveTo>
                  <a:lnTo>
                    <a:pt x="3" y="503"/>
                  </a:lnTo>
                  <a:lnTo>
                    <a:pt x="4241" y="503"/>
                  </a:lnTo>
                  <a:lnTo>
                    <a:pt x="4523" y="4101"/>
                  </a:lnTo>
                  <a:cubicBezTo>
                    <a:pt x="5277" y="2817"/>
                    <a:pt x="6336" y="1814"/>
                    <a:pt x="7698" y="1088"/>
                  </a:cubicBezTo>
                  <a:cubicBezTo>
                    <a:pt x="9062" y="363"/>
                    <a:pt x="10655" y="0"/>
                    <a:pt x="12472" y="0"/>
                  </a:cubicBezTo>
                  <a:cubicBezTo>
                    <a:pt x="14385" y="0"/>
                    <a:pt x="16014" y="336"/>
                    <a:pt x="17364" y="1002"/>
                  </a:cubicBezTo>
                  <a:cubicBezTo>
                    <a:pt x="18712" y="1670"/>
                    <a:pt x="19758" y="2685"/>
                    <a:pt x="20495" y="4038"/>
                  </a:cubicBezTo>
                  <a:cubicBezTo>
                    <a:pt x="21232" y="5392"/>
                    <a:pt x="21600" y="7086"/>
                    <a:pt x="21600" y="9122"/>
                  </a:cubicBezTo>
                  <a:lnTo>
                    <a:pt x="21600" y="21597"/>
                  </a:lnTo>
                  <a:lnTo>
                    <a:pt x="16895" y="21597"/>
                  </a:lnTo>
                  <a:lnTo>
                    <a:pt x="16895" y="9542"/>
                  </a:lnTo>
                  <a:cubicBezTo>
                    <a:pt x="16895" y="7590"/>
                    <a:pt x="16409" y="6106"/>
                    <a:pt x="15437" y="5083"/>
                  </a:cubicBezTo>
                  <a:cubicBezTo>
                    <a:pt x="14466" y="4064"/>
                    <a:pt x="13052" y="3555"/>
                    <a:pt x="11201" y="3555"/>
                  </a:cubicBezTo>
                  <a:cubicBezTo>
                    <a:pt x="9978" y="3555"/>
                    <a:pt x="8882" y="3821"/>
                    <a:pt x="7905" y="4350"/>
                  </a:cubicBezTo>
                  <a:cubicBezTo>
                    <a:pt x="6933" y="4883"/>
                    <a:pt x="6157" y="5647"/>
                    <a:pt x="5577" y="6654"/>
                  </a:cubicBezTo>
                  <a:cubicBezTo>
                    <a:pt x="4995" y="7656"/>
                    <a:pt x="4705" y="8887"/>
                    <a:pt x="4705" y="10338"/>
                  </a:cubicBezTo>
                  <a:lnTo>
                    <a:pt x="4705" y="21598"/>
                  </a:lnTo>
                  <a:lnTo>
                    <a:pt x="0" y="21598"/>
                  </a:lnTo>
                  <a:lnTo>
                    <a:pt x="3" y="2159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110861" y="64037"/>
              <a:ext cx="208872" cy="238433"/>
            </a:xfrm>
            <a:custGeom>
              <a:rect b="b" l="l" r="r" t="t"/>
              <a:pathLst>
                <a:path extrusionOk="0" h="21563" w="21600">
                  <a:moveTo>
                    <a:pt x="11420" y="8827"/>
                  </a:moveTo>
                  <a:cubicBezTo>
                    <a:pt x="12216" y="8427"/>
                    <a:pt x="13200" y="8427"/>
                    <a:pt x="13997" y="8827"/>
                  </a:cubicBezTo>
                  <a:lnTo>
                    <a:pt x="16054" y="9866"/>
                  </a:lnTo>
                  <a:cubicBezTo>
                    <a:pt x="16120" y="9898"/>
                    <a:pt x="16191" y="9923"/>
                    <a:pt x="16263" y="9941"/>
                  </a:cubicBezTo>
                  <a:cubicBezTo>
                    <a:pt x="16278" y="9946"/>
                    <a:pt x="16292" y="9948"/>
                    <a:pt x="16309" y="9950"/>
                  </a:cubicBezTo>
                  <a:cubicBezTo>
                    <a:pt x="16380" y="9965"/>
                    <a:pt x="16453" y="9973"/>
                    <a:pt x="16524" y="9976"/>
                  </a:cubicBezTo>
                  <a:lnTo>
                    <a:pt x="16535" y="9976"/>
                  </a:lnTo>
                  <a:cubicBezTo>
                    <a:pt x="16544" y="9976"/>
                    <a:pt x="16550" y="9976"/>
                    <a:pt x="16559" y="9973"/>
                  </a:cubicBezTo>
                  <a:cubicBezTo>
                    <a:pt x="16624" y="9973"/>
                    <a:pt x="16690" y="9963"/>
                    <a:pt x="16756" y="9950"/>
                  </a:cubicBezTo>
                  <a:cubicBezTo>
                    <a:pt x="16767" y="9950"/>
                    <a:pt x="16779" y="9948"/>
                    <a:pt x="16790" y="9943"/>
                  </a:cubicBezTo>
                  <a:cubicBezTo>
                    <a:pt x="16859" y="9925"/>
                    <a:pt x="16927" y="9900"/>
                    <a:pt x="16991" y="9871"/>
                  </a:cubicBezTo>
                  <a:cubicBezTo>
                    <a:pt x="16996" y="9868"/>
                    <a:pt x="17005" y="9866"/>
                    <a:pt x="17011" y="9863"/>
                  </a:cubicBezTo>
                  <a:lnTo>
                    <a:pt x="21123" y="7785"/>
                  </a:lnTo>
                  <a:cubicBezTo>
                    <a:pt x="21419" y="7637"/>
                    <a:pt x="21599" y="7362"/>
                    <a:pt x="21599" y="7064"/>
                  </a:cubicBezTo>
                  <a:lnTo>
                    <a:pt x="21599" y="2909"/>
                  </a:lnTo>
                  <a:cubicBezTo>
                    <a:pt x="21599" y="2612"/>
                    <a:pt x="21419" y="2336"/>
                    <a:pt x="21123" y="2189"/>
                  </a:cubicBezTo>
                  <a:lnTo>
                    <a:pt x="17011" y="111"/>
                  </a:lnTo>
                  <a:cubicBezTo>
                    <a:pt x="16716" y="-37"/>
                    <a:pt x="16353" y="-37"/>
                    <a:pt x="16057" y="111"/>
                  </a:cubicBezTo>
                  <a:lnTo>
                    <a:pt x="11945" y="2189"/>
                  </a:lnTo>
                  <a:cubicBezTo>
                    <a:pt x="11945" y="2189"/>
                    <a:pt x="11933" y="2197"/>
                    <a:pt x="11928" y="2199"/>
                  </a:cubicBezTo>
                  <a:cubicBezTo>
                    <a:pt x="11866" y="2231"/>
                    <a:pt x="11804" y="2272"/>
                    <a:pt x="11753" y="2316"/>
                  </a:cubicBezTo>
                  <a:cubicBezTo>
                    <a:pt x="11744" y="2324"/>
                    <a:pt x="11739" y="2331"/>
                    <a:pt x="11730" y="2339"/>
                  </a:cubicBezTo>
                  <a:cubicBezTo>
                    <a:pt x="11684" y="2382"/>
                    <a:pt x="11644" y="2429"/>
                    <a:pt x="11607" y="2479"/>
                  </a:cubicBezTo>
                  <a:cubicBezTo>
                    <a:pt x="11602" y="2487"/>
                    <a:pt x="11596" y="2494"/>
                    <a:pt x="11591" y="2504"/>
                  </a:cubicBezTo>
                  <a:cubicBezTo>
                    <a:pt x="11556" y="2560"/>
                    <a:pt x="11527" y="2617"/>
                    <a:pt x="11507" y="2680"/>
                  </a:cubicBezTo>
                  <a:cubicBezTo>
                    <a:pt x="11501" y="2692"/>
                    <a:pt x="11498" y="2705"/>
                    <a:pt x="11496" y="2720"/>
                  </a:cubicBezTo>
                  <a:cubicBezTo>
                    <a:pt x="11479" y="2782"/>
                    <a:pt x="11467" y="2847"/>
                    <a:pt x="11467" y="2915"/>
                  </a:cubicBezTo>
                  <a:lnTo>
                    <a:pt x="11467" y="4993"/>
                  </a:lnTo>
                  <a:cubicBezTo>
                    <a:pt x="11467" y="5795"/>
                    <a:pt x="10975" y="6542"/>
                    <a:pt x="10179" y="6943"/>
                  </a:cubicBezTo>
                  <a:cubicBezTo>
                    <a:pt x="9383" y="7343"/>
                    <a:pt x="8398" y="7343"/>
                    <a:pt x="7602" y="6943"/>
                  </a:cubicBezTo>
                  <a:lnTo>
                    <a:pt x="5545" y="5904"/>
                  </a:lnTo>
                  <a:cubicBezTo>
                    <a:pt x="5479" y="5872"/>
                    <a:pt x="5408" y="5846"/>
                    <a:pt x="5335" y="5829"/>
                  </a:cubicBezTo>
                  <a:cubicBezTo>
                    <a:pt x="5321" y="5824"/>
                    <a:pt x="5306" y="5821"/>
                    <a:pt x="5290" y="5819"/>
                  </a:cubicBezTo>
                  <a:cubicBezTo>
                    <a:pt x="5219" y="5804"/>
                    <a:pt x="5146" y="5797"/>
                    <a:pt x="5075" y="5794"/>
                  </a:cubicBezTo>
                  <a:lnTo>
                    <a:pt x="5044" y="5794"/>
                  </a:lnTo>
                  <a:cubicBezTo>
                    <a:pt x="4975" y="5794"/>
                    <a:pt x="4909" y="5803"/>
                    <a:pt x="4843" y="5816"/>
                  </a:cubicBezTo>
                  <a:cubicBezTo>
                    <a:pt x="4832" y="5816"/>
                    <a:pt x="4820" y="5819"/>
                    <a:pt x="4812" y="5821"/>
                  </a:cubicBezTo>
                  <a:cubicBezTo>
                    <a:pt x="4741" y="5838"/>
                    <a:pt x="4675" y="5864"/>
                    <a:pt x="4608" y="5894"/>
                  </a:cubicBezTo>
                  <a:cubicBezTo>
                    <a:pt x="4603" y="5897"/>
                    <a:pt x="4594" y="5899"/>
                    <a:pt x="4588" y="5902"/>
                  </a:cubicBezTo>
                  <a:lnTo>
                    <a:pt x="475" y="7980"/>
                  </a:lnTo>
                  <a:cubicBezTo>
                    <a:pt x="180" y="8128"/>
                    <a:pt x="0" y="8402"/>
                    <a:pt x="0" y="8700"/>
                  </a:cubicBezTo>
                  <a:lnTo>
                    <a:pt x="0" y="12855"/>
                  </a:lnTo>
                  <a:cubicBezTo>
                    <a:pt x="0" y="13153"/>
                    <a:pt x="180" y="13429"/>
                    <a:pt x="475" y="13576"/>
                  </a:cubicBezTo>
                  <a:lnTo>
                    <a:pt x="4588" y="15654"/>
                  </a:lnTo>
                  <a:cubicBezTo>
                    <a:pt x="4588" y="15654"/>
                    <a:pt x="4603" y="15658"/>
                    <a:pt x="4608" y="15661"/>
                  </a:cubicBezTo>
                  <a:cubicBezTo>
                    <a:pt x="4674" y="15691"/>
                    <a:pt x="4740" y="15717"/>
                    <a:pt x="4812" y="15734"/>
                  </a:cubicBezTo>
                  <a:cubicBezTo>
                    <a:pt x="4823" y="15737"/>
                    <a:pt x="4836" y="15739"/>
                    <a:pt x="4847" y="15742"/>
                  </a:cubicBezTo>
                  <a:cubicBezTo>
                    <a:pt x="4912" y="15755"/>
                    <a:pt x="4978" y="15763"/>
                    <a:pt x="5044" y="15765"/>
                  </a:cubicBezTo>
                  <a:cubicBezTo>
                    <a:pt x="5053" y="15765"/>
                    <a:pt x="5058" y="15767"/>
                    <a:pt x="5067" y="15767"/>
                  </a:cubicBezTo>
                  <a:lnTo>
                    <a:pt x="5078" y="15767"/>
                  </a:lnTo>
                  <a:cubicBezTo>
                    <a:pt x="5149" y="15767"/>
                    <a:pt x="5222" y="15758"/>
                    <a:pt x="5293" y="15742"/>
                  </a:cubicBezTo>
                  <a:cubicBezTo>
                    <a:pt x="5308" y="15739"/>
                    <a:pt x="5322" y="15734"/>
                    <a:pt x="5339" y="15732"/>
                  </a:cubicBezTo>
                  <a:cubicBezTo>
                    <a:pt x="5410" y="15715"/>
                    <a:pt x="5479" y="15690"/>
                    <a:pt x="5548" y="15657"/>
                  </a:cubicBezTo>
                  <a:lnTo>
                    <a:pt x="7606" y="14618"/>
                  </a:lnTo>
                  <a:cubicBezTo>
                    <a:pt x="8402" y="14218"/>
                    <a:pt x="9386" y="14218"/>
                    <a:pt x="10181" y="14618"/>
                  </a:cubicBezTo>
                  <a:cubicBezTo>
                    <a:pt x="10974" y="15019"/>
                    <a:pt x="11469" y="15767"/>
                    <a:pt x="11469" y="16569"/>
                  </a:cubicBezTo>
                  <a:lnTo>
                    <a:pt x="11469" y="18647"/>
                  </a:lnTo>
                  <a:cubicBezTo>
                    <a:pt x="11469" y="18714"/>
                    <a:pt x="11480" y="18779"/>
                    <a:pt x="11498" y="18841"/>
                  </a:cubicBezTo>
                  <a:cubicBezTo>
                    <a:pt x="11501" y="18854"/>
                    <a:pt x="11504" y="18869"/>
                    <a:pt x="11509" y="18881"/>
                  </a:cubicBezTo>
                  <a:cubicBezTo>
                    <a:pt x="11529" y="18942"/>
                    <a:pt x="11558" y="19001"/>
                    <a:pt x="11592" y="19057"/>
                  </a:cubicBezTo>
                  <a:cubicBezTo>
                    <a:pt x="11597" y="19064"/>
                    <a:pt x="11603" y="19071"/>
                    <a:pt x="11609" y="19082"/>
                  </a:cubicBezTo>
                  <a:cubicBezTo>
                    <a:pt x="11644" y="19132"/>
                    <a:pt x="11684" y="19179"/>
                    <a:pt x="11733" y="19222"/>
                  </a:cubicBezTo>
                  <a:cubicBezTo>
                    <a:pt x="11742" y="19230"/>
                    <a:pt x="11748" y="19237"/>
                    <a:pt x="11756" y="19245"/>
                  </a:cubicBezTo>
                  <a:cubicBezTo>
                    <a:pt x="11808" y="19289"/>
                    <a:pt x="11868" y="19327"/>
                    <a:pt x="11931" y="19362"/>
                  </a:cubicBezTo>
                  <a:cubicBezTo>
                    <a:pt x="11937" y="19365"/>
                    <a:pt x="11942" y="19370"/>
                    <a:pt x="11948" y="19372"/>
                  </a:cubicBezTo>
                  <a:lnTo>
                    <a:pt x="16061" y="21450"/>
                  </a:lnTo>
                  <a:cubicBezTo>
                    <a:pt x="16207" y="21525"/>
                    <a:pt x="16373" y="21563"/>
                    <a:pt x="16536" y="21563"/>
                  </a:cubicBezTo>
                  <a:cubicBezTo>
                    <a:pt x="16700" y="21563"/>
                    <a:pt x="16866" y="21525"/>
                    <a:pt x="17012" y="21450"/>
                  </a:cubicBezTo>
                  <a:lnTo>
                    <a:pt x="21125" y="19372"/>
                  </a:lnTo>
                  <a:cubicBezTo>
                    <a:pt x="21420" y="19224"/>
                    <a:pt x="21600" y="18950"/>
                    <a:pt x="21600" y="18652"/>
                  </a:cubicBezTo>
                  <a:lnTo>
                    <a:pt x="21600" y="14497"/>
                  </a:lnTo>
                  <a:cubicBezTo>
                    <a:pt x="21600" y="14199"/>
                    <a:pt x="21420" y="13923"/>
                    <a:pt x="21125" y="13776"/>
                  </a:cubicBezTo>
                  <a:lnTo>
                    <a:pt x="17012" y="11698"/>
                  </a:lnTo>
                  <a:cubicBezTo>
                    <a:pt x="17012" y="11698"/>
                    <a:pt x="16997" y="11693"/>
                    <a:pt x="16992" y="11690"/>
                  </a:cubicBezTo>
                  <a:cubicBezTo>
                    <a:pt x="16926" y="11660"/>
                    <a:pt x="16860" y="11635"/>
                    <a:pt x="16789" y="11617"/>
                  </a:cubicBezTo>
                  <a:cubicBezTo>
                    <a:pt x="16778" y="11615"/>
                    <a:pt x="16769" y="11615"/>
                    <a:pt x="16758" y="11613"/>
                  </a:cubicBezTo>
                  <a:cubicBezTo>
                    <a:pt x="16692" y="11598"/>
                    <a:pt x="16623" y="11590"/>
                    <a:pt x="16557" y="11590"/>
                  </a:cubicBezTo>
                  <a:lnTo>
                    <a:pt x="16526" y="11590"/>
                  </a:lnTo>
                  <a:cubicBezTo>
                    <a:pt x="16455" y="11590"/>
                    <a:pt x="16384" y="11600"/>
                    <a:pt x="16311" y="11615"/>
                  </a:cubicBezTo>
                  <a:cubicBezTo>
                    <a:pt x="16297" y="11618"/>
                    <a:pt x="16282" y="11623"/>
                    <a:pt x="16269" y="11625"/>
                  </a:cubicBezTo>
                  <a:cubicBezTo>
                    <a:pt x="16198" y="11643"/>
                    <a:pt x="16129" y="11668"/>
                    <a:pt x="16060" y="11700"/>
                  </a:cubicBezTo>
                  <a:lnTo>
                    <a:pt x="14002" y="12739"/>
                  </a:lnTo>
                  <a:cubicBezTo>
                    <a:pt x="13209" y="13139"/>
                    <a:pt x="12222" y="13139"/>
                    <a:pt x="11427" y="12739"/>
                  </a:cubicBezTo>
                  <a:cubicBezTo>
                    <a:pt x="10634" y="12339"/>
                    <a:pt x="10139" y="11590"/>
                    <a:pt x="10139" y="10789"/>
                  </a:cubicBezTo>
                  <a:cubicBezTo>
                    <a:pt x="10139" y="9987"/>
                    <a:pt x="10631" y="9240"/>
                    <a:pt x="11427" y="8838"/>
                  </a:cubicBezTo>
                  <a:lnTo>
                    <a:pt x="11424" y="882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63" name="Google Shape;63;p13"/>
            <p:cNvSpPr/>
            <p:nvPr/>
          </p:nvSpPr>
          <p:spPr>
            <a:xfrm>
              <a:off x="21" y="0"/>
              <a:ext cx="208872" cy="174385"/>
            </a:xfrm>
            <a:custGeom>
              <a:rect b="b" l="l" r="r" t="t"/>
              <a:pathLst>
                <a:path extrusionOk="0" h="21549" w="21600">
                  <a:moveTo>
                    <a:pt x="474" y="18555"/>
                  </a:moveTo>
                  <a:lnTo>
                    <a:pt x="4587" y="21395"/>
                  </a:lnTo>
                  <a:cubicBezTo>
                    <a:pt x="4733" y="21497"/>
                    <a:pt x="4899" y="21549"/>
                    <a:pt x="5063" y="21549"/>
                  </a:cubicBezTo>
                  <a:cubicBezTo>
                    <a:pt x="5226" y="21549"/>
                    <a:pt x="5392" y="21497"/>
                    <a:pt x="5538" y="21395"/>
                  </a:cubicBezTo>
                  <a:lnTo>
                    <a:pt x="9651" y="18555"/>
                  </a:lnTo>
                  <a:cubicBezTo>
                    <a:pt x="9651" y="18555"/>
                    <a:pt x="9662" y="18545"/>
                    <a:pt x="9668" y="18542"/>
                  </a:cubicBezTo>
                  <a:cubicBezTo>
                    <a:pt x="9731" y="18498"/>
                    <a:pt x="9790" y="18442"/>
                    <a:pt x="9842" y="18381"/>
                  </a:cubicBezTo>
                  <a:cubicBezTo>
                    <a:pt x="9851" y="18371"/>
                    <a:pt x="9857" y="18361"/>
                    <a:pt x="9866" y="18351"/>
                  </a:cubicBezTo>
                  <a:cubicBezTo>
                    <a:pt x="9912" y="18292"/>
                    <a:pt x="9952" y="18227"/>
                    <a:pt x="9989" y="18159"/>
                  </a:cubicBezTo>
                  <a:cubicBezTo>
                    <a:pt x="9995" y="18148"/>
                    <a:pt x="10001" y="18139"/>
                    <a:pt x="10006" y="18124"/>
                  </a:cubicBezTo>
                  <a:cubicBezTo>
                    <a:pt x="10041" y="18049"/>
                    <a:pt x="10070" y="17970"/>
                    <a:pt x="10090" y="17885"/>
                  </a:cubicBezTo>
                  <a:cubicBezTo>
                    <a:pt x="10095" y="17868"/>
                    <a:pt x="10099" y="17850"/>
                    <a:pt x="10101" y="17830"/>
                  </a:cubicBezTo>
                  <a:cubicBezTo>
                    <a:pt x="10117" y="17745"/>
                    <a:pt x="10130" y="17656"/>
                    <a:pt x="10130" y="17564"/>
                  </a:cubicBezTo>
                  <a:lnTo>
                    <a:pt x="10130" y="14725"/>
                  </a:lnTo>
                  <a:cubicBezTo>
                    <a:pt x="10130" y="13630"/>
                    <a:pt x="10622" y="12608"/>
                    <a:pt x="11418" y="12061"/>
                  </a:cubicBezTo>
                  <a:cubicBezTo>
                    <a:pt x="12214" y="11515"/>
                    <a:pt x="13198" y="11515"/>
                    <a:pt x="13994" y="12061"/>
                  </a:cubicBezTo>
                  <a:lnTo>
                    <a:pt x="16052" y="13481"/>
                  </a:lnTo>
                  <a:cubicBezTo>
                    <a:pt x="16118" y="13525"/>
                    <a:pt x="16189" y="13560"/>
                    <a:pt x="16261" y="13584"/>
                  </a:cubicBezTo>
                  <a:cubicBezTo>
                    <a:pt x="16276" y="13590"/>
                    <a:pt x="16290" y="13594"/>
                    <a:pt x="16307" y="13597"/>
                  </a:cubicBezTo>
                  <a:cubicBezTo>
                    <a:pt x="16378" y="13617"/>
                    <a:pt x="16447" y="13627"/>
                    <a:pt x="16522" y="13631"/>
                  </a:cubicBezTo>
                  <a:lnTo>
                    <a:pt x="16533" y="13631"/>
                  </a:lnTo>
                  <a:cubicBezTo>
                    <a:pt x="16542" y="13631"/>
                    <a:pt x="16547" y="13627"/>
                    <a:pt x="16556" y="13627"/>
                  </a:cubicBezTo>
                  <a:cubicBezTo>
                    <a:pt x="16622" y="13627"/>
                    <a:pt x="16688" y="13614"/>
                    <a:pt x="16753" y="13597"/>
                  </a:cubicBezTo>
                  <a:cubicBezTo>
                    <a:pt x="16764" y="13597"/>
                    <a:pt x="16777" y="13593"/>
                    <a:pt x="16788" y="13586"/>
                  </a:cubicBezTo>
                  <a:cubicBezTo>
                    <a:pt x="16859" y="13562"/>
                    <a:pt x="16925" y="13528"/>
                    <a:pt x="16992" y="13486"/>
                  </a:cubicBezTo>
                  <a:cubicBezTo>
                    <a:pt x="16997" y="13484"/>
                    <a:pt x="17006" y="13480"/>
                    <a:pt x="17012" y="13476"/>
                  </a:cubicBezTo>
                  <a:lnTo>
                    <a:pt x="21125" y="10637"/>
                  </a:lnTo>
                  <a:cubicBezTo>
                    <a:pt x="21420" y="10434"/>
                    <a:pt x="21600" y="10059"/>
                    <a:pt x="21600" y="9652"/>
                  </a:cubicBezTo>
                  <a:lnTo>
                    <a:pt x="21600" y="3975"/>
                  </a:lnTo>
                  <a:cubicBezTo>
                    <a:pt x="21600" y="3568"/>
                    <a:pt x="21420" y="3191"/>
                    <a:pt x="21125" y="2990"/>
                  </a:cubicBezTo>
                  <a:lnTo>
                    <a:pt x="17012" y="151"/>
                  </a:lnTo>
                  <a:cubicBezTo>
                    <a:pt x="16717" y="-51"/>
                    <a:pt x="16354" y="-51"/>
                    <a:pt x="16059" y="151"/>
                  </a:cubicBezTo>
                  <a:lnTo>
                    <a:pt x="11946" y="2990"/>
                  </a:lnTo>
                  <a:cubicBezTo>
                    <a:pt x="11946" y="2990"/>
                    <a:pt x="11935" y="3001"/>
                    <a:pt x="11929" y="3004"/>
                  </a:cubicBezTo>
                  <a:cubicBezTo>
                    <a:pt x="11867" y="3048"/>
                    <a:pt x="11807" y="3104"/>
                    <a:pt x="11754" y="3165"/>
                  </a:cubicBezTo>
                  <a:cubicBezTo>
                    <a:pt x="11745" y="3175"/>
                    <a:pt x="11740" y="3185"/>
                    <a:pt x="11731" y="3195"/>
                  </a:cubicBezTo>
                  <a:cubicBezTo>
                    <a:pt x="11685" y="3254"/>
                    <a:pt x="11645" y="3319"/>
                    <a:pt x="11607" y="3387"/>
                  </a:cubicBezTo>
                  <a:cubicBezTo>
                    <a:pt x="11602" y="3398"/>
                    <a:pt x="11596" y="3407"/>
                    <a:pt x="11591" y="3421"/>
                  </a:cubicBezTo>
                  <a:cubicBezTo>
                    <a:pt x="11556" y="3497"/>
                    <a:pt x="11527" y="3576"/>
                    <a:pt x="11507" y="3661"/>
                  </a:cubicBezTo>
                  <a:cubicBezTo>
                    <a:pt x="11501" y="3678"/>
                    <a:pt x="11498" y="3696"/>
                    <a:pt x="11496" y="3716"/>
                  </a:cubicBezTo>
                  <a:cubicBezTo>
                    <a:pt x="11478" y="3801"/>
                    <a:pt x="11467" y="3890"/>
                    <a:pt x="11467" y="3983"/>
                  </a:cubicBezTo>
                  <a:lnTo>
                    <a:pt x="11467" y="6822"/>
                  </a:lnTo>
                  <a:cubicBezTo>
                    <a:pt x="11467" y="7917"/>
                    <a:pt x="10975" y="8939"/>
                    <a:pt x="10179" y="9487"/>
                  </a:cubicBezTo>
                  <a:cubicBezTo>
                    <a:pt x="9386" y="10034"/>
                    <a:pt x="8398" y="10034"/>
                    <a:pt x="7602" y="9487"/>
                  </a:cubicBezTo>
                  <a:lnTo>
                    <a:pt x="5545" y="8067"/>
                  </a:lnTo>
                  <a:cubicBezTo>
                    <a:pt x="5479" y="8024"/>
                    <a:pt x="5408" y="7989"/>
                    <a:pt x="5335" y="7965"/>
                  </a:cubicBezTo>
                  <a:cubicBezTo>
                    <a:pt x="5321" y="7958"/>
                    <a:pt x="5306" y="7954"/>
                    <a:pt x="5290" y="7952"/>
                  </a:cubicBezTo>
                  <a:cubicBezTo>
                    <a:pt x="5219" y="7932"/>
                    <a:pt x="5146" y="7921"/>
                    <a:pt x="5075" y="7917"/>
                  </a:cubicBezTo>
                  <a:lnTo>
                    <a:pt x="5044" y="7917"/>
                  </a:lnTo>
                  <a:cubicBezTo>
                    <a:pt x="4975" y="7917"/>
                    <a:pt x="4909" y="7930"/>
                    <a:pt x="4843" y="7948"/>
                  </a:cubicBezTo>
                  <a:cubicBezTo>
                    <a:pt x="4832" y="7948"/>
                    <a:pt x="4820" y="7952"/>
                    <a:pt x="4812" y="7954"/>
                  </a:cubicBezTo>
                  <a:cubicBezTo>
                    <a:pt x="4741" y="7978"/>
                    <a:pt x="4675" y="8013"/>
                    <a:pt x="4608" y="8054"/>
                  </a:cubicBezTo>
                  <a:cubicBezTo>
                    <a:pt x="4603" y="8058"/>
                    <a:pt x="4594" y="8061"/>
                    <a:pt x="4588" y="8065"/>
                  </a:cubicBezTo>
                  <a:lnTo>
                    <a:pt x="475" y="10904"/>
                  </a:lnTo>
                  <a:cubicBezTo>
                    <a:pt x="180" y="11106"/>
                    <a:pt x="0" y="11481"/>
                    <a:pt x="0" y="11889"/>
                  </a:cubicBezTo>
                  <a:lnTo>
                    <a:pt x="0" y="17566"/>
                  </a:lnTo>
                  <a:cubicBezTo>
                    <a:pt x="0" y="17973"/>
                    <a:pt x="180" y="18349"/>
                    <a:pt x="475" y="18550"/>
                  </a:cubicBezTo>
                  <a:lnTo>
                    <a:pt x="475" y="1855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64" name="Google Shape;64;p13"/>
            <p:cNvSpPr/>
            <p:nvPr/>
          </p:nvSpPr>
          <p:spPr>
            <a:xfrm>
              <a:off x="0" y="191974"/>
              <a:ext cx="208818" cy="174385"/>
            </a:xfrm>
            <a:custGeom>
              <a:rect b="b" l="l" r="r" t="t"/>
              <a:pathLst>
                <a:path extrusionOk="0" h="21549" w="21600">
                  <a:moveTo>
                    <a:pt x="21127" y="10907"/>
                  </a:moveTo>
                  <a:lnTo>
                    <a:pt x="17013" y="8067"/>
                  </a:lnTo>
                  <a:cubicBezTo>
                    <a:pt x="17013" y="8067"/>
                    <a:pt x="16998" y="8061"/>
                    <a:pt x="16993" y="8057"/>
                  </a:cubicBezTo>
                  <a:cubicBezTo>
                    <a:pt x="16927" y="8016"/>
                    <a:pt x="16861" y="7982"/>
                    <a:pt x="16789" y="7958"/>
                  </a:cubicBezTo>
                  <a:cubicBezTo>
                    <a:pt x="16778" y="7954"/>
                    <a:pt x="16765" y="7952"/>
                    <a:pt x="16754" y="7948"/>
                  </a:cubicBezTo>
                  <a:cubicBezTo>
                    <a:pt x="16689" y="7930"/>
                    <a:pt x="16623" y="7917"/>
                    <a:pt x="16554" y="7917"/>
                  </a:cubicBezTo>
                  <a:lnTo>
                    <a:pt x="16523" y="7917"/>
                  </a:lnTo>
                  <a:cubicBezTo>
                    <a:pt x="16451" y="7917"/>
                    <a:pt x="16379" y="7930"/>
                    <a:pt x="16308" y="7952"/>
                  </a:cubicBezTo>
                  <a:cubicBezTo>
                    <a:pt x="16293" y="7956"/>
                    <a:pt x="16279" y="7962"/>
                    <a:pt x="16264" y="7965"/>
                  </a:cubicBezTo>
                  <a:cubicBezTo>
                    <a:pt x="16193" y="7989"/>
                    <a:pt x="16124" y="8024"/>
                    <a:pt x="16055" y="8067"/>
                  </a:cubicBezTo>
                  <a:lnTo>
                    <a:pt x="13997" y="9487"/>
                  </a:lnTo>
                  <a:cubicBezTo>
                    <a:pt x="13204" y="10034"/>
                    <a:pt x="12216" y="10034"/>
                    <a:pt x="11423" y="9487"/>
                  </a:cubicBezTo>
                  <a:cubicBezTo>
                    <a:pt x="10627" y="8940"/>
                    <a:pt x="10135" y="7917"/>
                    <a:pt x="10135" y="6822"/>
                  </a:cubicBezTo>
                  <a:lnTo>
                    <a:pt x="10135" y="3983"/>
                  </a:lnTo>
                  <a:cubicBezTo>
                    <a:pt x="10135" y="3891"/>
                    <a:pt x="10123" y="3802"/>
                    <a:pt x="10106" y="3716"/>
                  </a:cubicBezTo>
                  <a:cubicBezTo>
                    <a:pt x="10103" y="3698"/>
                    <a:pt x="10100" y="3678"/>
                    <a:pt x="10094" y="3661"/>
                  </a:cubicBezTo>
                  <a:cubicBezTo>
                    <a:pt x="10074" y="3578"/>
                    <a:pt x="10045" y="3497"/>
                    <a:pt x="10011" y="3421"/>
                  </a:cubicBezTo>
                  <a:cubicBezTo>
                    <a:pt x="10005" y="3411"/>
                    <a:pt x="10000" y="3402"/>
                    <a:pt x="9994" y="3387"/>
                  </a:cubicBezTo>
                  <a:cubicBezTo>
                    <a:pt x="9960" y="3319"/>
                    <a:pt x="9920" y="3254"/>
                    <a:pt x="9871" y="3195"/>
                  </a:cubicBezTo>
                  <a:cubicBezTo>
                    <a:pt x="9862" y="3185"/>
                    <a:pt x="9856" y="3175"/>
                    <a:pt x="9848" y="3165"/>
                  </a:cubicBezTo>
                  <a:cubicBezTo>
                    <a:pt x="9797" y="3104"/>
                    <a:pt x="9737" y="3052"/>
                    <a:pt x="9674" y="3004"/>
                  </a:cubicBezTo>
                  <a:cubicBezTo>
                    <a:pt x="9668" y="3000"/>
                    <a:pt x="9662" y="2993"/>
                    <a:pt x="9657" y="2990"/>
                  </a:cubicBezTo>
                  <a:lnTo>
                    <a:pt x="5543" y="151"/>
                  </a:lnTo>
                  <a:cubicBezTo>
                    <a:pt x="5248" y="-51"/>
                    <a:pt x="4885" y="-51"/>
                    <a:pt x="4590" y="151"/>
                  </a:cubicBezTo>
                  <a:lnTo>
                    <a:pt x="476" y="2990"/>
                  </a:lnTo>
                  <a:cubicBezTo>
                    <a:pt x="180" y="3193"/>
                    <a:pt x="0" y="3568"/>
                    <a:pt x="0" y="3975"/>
                  </a:cubicBezTo>
                  <a:lnTo>
                    <a:pt x="0" y="9652"/>
                  </a:lnTo>
                  <a:cubicBezTo>
                    <a:pt x="0" y="10059"/>
                    <a:pt x="180" y="10436"/>
                    <a:pt x="476" y="10637"/>
                  </a:cubicBezTo>
                  <a:lnTo>
                    <a:pt x="4590" y="13476"/>
                  </a:lnTo>
                  <a:cubicBezTo>
                    <a:pt x="4590" y="13476"/>
                    <a:pt x="4604" y="13482"/>
                    <a:pt x="4610" y="13486"/>
                  </a:cubicBezTo>
                  <a:cubicBezTo>
                    <a:pt x="4675" y="13528"/>
                    <a:pt x="4741" y="13561"/>
                    <a:pt x="4810" y="13585"/>
                  </a:cubicBezTo>
                  <a:cubicBezTo>
                    <a:pt x="4821" y="13589"/>
                    <a:pt x="4833" y="13592"/>
                    <a:pt x="4845" y="13596"/>
                  </a:cubicBezTo>
                  <a:cubicBezTo>
                    <a:pt x="4910" y="13613"/>
                    <a:pt x="4974" y="13623"/>
                    <a:pt x="5042" y="13626"/>
                  </a:cubicBezTo>
                  <a:cubicBezTo>
                    <a:pt x="5051" y="13626"/>
                    <a:pt x="5058" y="13629"/>
                    <a:pt x="5065" y="13629"/>
                  </a:cubicBezTo>
                  <a:lnTo>
                    <a:pt x="5076" y="13629"/>
                  </a:lnTo>
                  <a:cubicBezTo>
                    <a:pt x="5147" y="13629"/>
                    <a:pt x="5220" y="13615"/>
                    <a:pt x="5288" y="13594"/>
                  </a:cubicBezTo>
                  <a:cubicBezTo>
                    <a:pt x="5302" y="13590"/>
                    <a:pt x="5319" y="13584"/>
                    <a:pt x="5333" y="13581"/>
                  </a:cubicBezTo>
                  <a:cubicBezTo>
                    <a:pt x="5405" y="13557"/>
                    <a:pt x="5474" y="13522"/>
                    <a:pt x="5543" y="13478"/>
                  </a:cubicBezTo>
                  <a:lnTo>
                    <a:pt x="7601" y="12059"/>
                  </a:lnTo>
                  <a:cubicBezTo>
                    <a:pt x="8397" y="11512"/>
                    <a:pt x="9382" y="11512"/>
                    <a:pt x="10178" y="12059"/>
                  </a:cubicBezTo>
                  <a:cubicBezTo>
                    <a:pt x="10971" y="12606"/>
                    <a:pt x="11467" y="13629"/>
                    <a:pt x="11467" y="14724"/>
                  </a:cubicBezTo>
                  <a:lnTo>
                    <a:pt x="11467" y="17563"/>
                  </a:lnTo>
                  <a:cubicBezTo>
                    <a:pt x="11467" y="17655"/>
                    <a:pt x="11478" y="17744"/>
                    <a:pt x="11495" y="17830"/>
                  </a:cubicBezTo>
                  <a:cubicBezTo>
                    <a:pt x="11499" y="17848"/>
                    <a:pt x="11501" y="17868"/>
                    <a:pt x="11507" y="17885"/>
                  </a:cubicBezTo>
                  <a:cubicBezTo>
                    <a:pt x="11527" y="17967"/>
                    <a:pt x="11556" y="18049"/>
                    <a:pt x="11590" y="18124"/>
                  </a:cubicBezTo>
                  <a:cubicBezTo>
                    <a:pt x="11596" y="18135"/>
                    <a:pt x="11601" y="18144"/>
                    <a:pt x="11607" y="18159"/>
                  </a:cubicBezTo>
                  <a:cubicBezTo>
                    <a:pt x="11641" y="18227"/>
                    <a:pt x="11681" y="18292"/>
                    <a:pt x="11730" y="18351"/>
                  </a:cubicBezTo>
                  <a:cubicBezTo>
                    <a:pt x="11739" y="18361"/>
                    <a:pt x="11745" y="18371"/>
                    <a:pt x="11753" y="18381"/>
                  </a:cubicBezTo>
                  <a:cubicBezTo>
                    <a:pt x="11804" y="18442"/>
                    <a:pt x="11864" y="18494"/>
                    <a:pt x="11928" y="18542"/>
                  </a:cubicBezTo>
                  <a:cubicBezTo>
                    <a:pt x="11933" y="18546"/>
                    <a:pt x="11939" y="18553"/>
                    <a:pt x="11945" y="18555"/>
                  </a:cubicBezTo>
                  <a:lnTo>
                    <a:pt x="16059" y="21395"/>
                  </a:lnTo>
                  <a:cubicBezTo>
                    <a:pt x="16205" y="21497"/>
                    <a:pt x="16371" y="21549"/>
                    <a:pt x="16535" y="21549"/>
                  </a:cubicBezTo>
                  <a:cubicBezTo>
                    <a:pt x="16699" y="21549"/>
                    <a:pt x="16865" y="21497"/>
                    <a:pt x="17010" y="21395"/>
                  </a:cubicBezTo>
                  <a:lnTo>
                    <a:pt x="21124" y="18555"/>
                  </a:lnTo>
                  <a:cubicBezTo>
                    <a:pt x="21420" y="18353"/>
                    <a:pt x="21600" y="17978"/>
                    <a:pt x="21600" y="17571"/>
                  </a:cubicBezTo>
                  <a:lnTo>
                    <a:pt x="21600" y="11894"/>
                  </a:lnTo>
                  <a:cubicBezTo>
                    <a:pt x="21600" y="11487"/>
                    <a:pt x="21420" y="11110"/>
                    <a:pt x="21124" y="10909"/>
                  </a:cubicBezTo>
                  <a:lnTo>
                    <a:pt x="21127" y="1090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</p:grpSp>
      <p:sp>
        <p:nvSpPr>
          <p:cNvPr id="65" name="Google Shape;65;p13"/>
          <p:cNvSpPr txBox="1"/>
          <p:nvPr>
            <p:ph idx="12" type="sldNum"/>
          </p:nvPr>
        </p:nvSpPr>
        <p:spPr>
          <a:xfrm>
            <a:off x="8795357" y="4924425"/>
            <a:ext cx="234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indent="0" lvl="1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2pPr>
            <a:lvl3pPr indent="0" lvl="2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3pPr>
            <a:lvl4pPr indent="0" lvl="3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4pPr>
            <a:lvl5pPr indent="0" lvl="4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5pPr>
            <a:lvl6pPr indent="0" lvl="5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6pPr>
            <a:lvl7pPr indent="0" lvl="6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7pPr>
            <a:lvl8pPr indent="0" lvl="7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8pPr>
            <a:lvl9pPr indent="0" lvl="8" marL="0" marR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i="0" sz="600" u="none" cap="none" strike="noStrike">
                <a:solidFill>
                  <a:schemeClr val="lt1"/>
                </a:solidFill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3"/>
          <p:cNvSpPr txBox="1"/>
          <p:nvPr/>
        </p:nvSpPr>
        <p:spPr>
          <a:xfrm>
            <a:off x="3317032" y="4931568"/>
            <a:ext cx="25101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8C93"/>
              </a:buClr>
              <a:buSzPts val="500"/>
              <a:buFont typeface="Inter Tight"/>
              <a:buNone/>
            </a:pPr>
            <a:r>
              <a:rPr b="0" i="0" lang="en" sz="500" u="none" cap="none" strike="noStrike">
                <a:solidFill>
                  <a:srgbClr val="8A8C93"/>
                </a:solidFill>
                <a:latin typeface="Inter Tight"/>
                <a:ea typeface="Inter Tight"/>
                <a:cs typeface="Inter Tight"/>
                <a:sym typeface="Inter Tight"/>
              </a:rPr>
              <a:t>PROPRIETARY &amp; CONFIDENTIAL</a:t>
            </a:r>
            <a:endParaRPr b="0" i="0" sz="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0" y="0"/>
            <a:ext cx="9030258" cy="4802706"/>
          </a:xfrm>
          <a:custGeom>
            <a:rect b="b" l="l" r="r" t="t"/>
            <a:pathLst>
              <a:path extrusionOk="0" h="21600" w="21600">
                <a:moveTo>
                  <a:pt x="21031" y="21600"/>
                </a:moveTo>
                <a:lnTo>
                  <a:pt x="0" y="21600"/>
                </a:lnTo>
                <a:lnTo>
                  <a:pt x="0" y="21579"/>
                </a:lnTo>
                <a:lnTo>
                  <a:pt x="21026" y="21579"/>
                </a:lnTo>
                <a:lnTo>
                  <a:pt x="21589" y="20521"/>
                </a:lnTo>
                <a:lnTo>
                  <a:pt x="21589" y="0"/>
                </a:lnTo>
                <a:lnTo>
                  <a:pt x="21600" y="0"/>
                </a:lnTo>
                <a:lnTo>
                  <a:pt x="21600" y="20530"/>
                </a:lnTo>
                <a:lnTo>
                  <a:pt x="21031" y="21600"/>
                </a:lnTo>
                <a:close/>
              </a:path>
            </a:pathLst>
          </a:custGeom>
          <a:solidFill>
            <a:srgbClr val="929292"/>
          </a:solidFill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nter Tight Medium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Inter Tight Medium"/>
              <a:ea typeface="Inter Tight Medium"/>
              <a:cs typeface="Inter Tight Medium"/>
              <a:sym typeface="Inter Tight Medium"/>
            </a:endParaRPr>
          </a:p>
        </p:txBody>
      </p:sp>
      <p:sp>
        <p:nvSpPr>
          <p:cNvPr id="68" name="Google Shape;68;p13"/>
          <p:cNvSpPr txBox="1"/>
          <p:nvPr>
            <p:ph type="title"/>
          </p:nvPr>
        </p:nvSpPr>
        <p:spPr>
          <a:xfrm>
            <a:off x="751322" y="1083488"/>
            <a:ext cx="76326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 Tight Light"/>
              <a:buNone/>
              <a:defRPr b="0" i="0" sz="4200" u="none" cap="none" strike="noStrike">
                <a:solidFill>
                  <a:schemeClr val="lt1"/>
                </a:solidFill>
                <a:latin typeface="Inter Tight Light"/>
                <a:ea typeface="Inter Tight Light"/>
                <a:cs typeface="Inter Tight Light"/>
                <a:sym typeface="Inter Tight Light"/>
              </a:defRPr>
            </a:lvl1pPr>
            <a:lvl2pPr lvl="1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  <a:defRPr b="0" i="0" sz="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. Global Cover Slide, Black">
  <p:cSld name="SECTION_HEADER_3">
    <p:bg>
      <p:bgPr>
        <a:solidFill>
          <a:schemeClr val="accent5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4" title="brand-logo-cognition-1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3875" y="4910325"/>
            <a:ext cx="591073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/>
          <p:nvPr/>
        </p:nvSpPr>
        <p:spPr>
          <a:xfrm>
            <a:off x="4672579" y="4913050"/>
            <a:ext cx="1297500" cy="1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1667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00"/>
              <a:buFont typeface="Geist Mono"/>
              <a:buNone/>
            </a:pPr>
            <a:r>
              <a:rPr i="0" lang="en" sz="600" u="none" cap="none" strike="noStrike">
                <a:solidFill>
                  <a:schemeClr val="dk2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Proprietary &amp; Confidential</a:t>
            </a:r>
            <a:endParaRPr i="0" sz="600" u="none" cap="none" strike="noStrike">
              <a:solidFill>
                <a:schemeClr val="dk2"/>
              </a:solidFill>
              <a:latin typeface="Geist Mono Medium"/>
              <a:ea typeface="Geist Mono Medium"/>
              <a:cs typeface="Geist Mono Medium"/>
              <a:sym typeface="Geist Mono Medium"/>
            </a:endParaRPr>
          </a:p>
        </p:txBody>
      </p:sp>
      <p:sp>
        <p:nvSpPr>
          <p:cNvPr id="72" name="Google Shape;72;p14"/>
          <p:cNvSpPr txBox="1"/>
          <p:nvPr>
            <p:ph idx="1" type="subTitle"/>
          </p:nvPr>
        </p:nvSpPr>
        <p:spPr>
          <a:xfrm>
            <a:off x="192024" y="109725"/>
            <a:ext cx="2790600" cy="11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/>
        </p:txBody>
      </p:sp>
      <p:sp>
        <p:nvSpPr>
          <p:cNvPr id="73" name="Google Shape;73;p14"/>
          <p:cNvSpPr txBox="1"/>
          <p:nvPr>
            <p:ph idx="2" type="subTitle"/>
          </p:nvPr>
        </p:nvSpPr>
        <p:spPr>
          <a:xfrm>
            <a:off x="4673241" y="109725"/>
            <a:ext cx="2136000" cy="11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3" type="subTitle"/>
          </p:nvPr>
        </p:nvSpPr>
        <p:spPr>
          <a:xfrm>
            <a:off x="6819466" y="109725"/>
            <a:ext cx="2136000" cy="11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1pPr>
            <a:lvl2pPr lvl="1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2pPr>
            <a:lvl3pPr lvl="2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3pPr>
            <a:lvl4pPr lvl="3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4pPr>
            <a:lvl5pPr lvl="4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5pPr>
            <a:lvl6pPr lvl="5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6pPr>
            <a:lvl7pPr lvl="6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7pPr>
            <a:lvl8pPr lvl="7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8pPr>
            <a:lvl9pPr lvl="8"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7D7D7D"/>
              </a:buClr>
              <a:buSzPts val="600"/>
              <a:buFont typeface="Geist Mono Medium"/>
              <a:buNone/>
              <a:defRPr sz="600">
                <a:solidFill>
                  <a:srgbClr val="7D7D7D"/>
                </a:solidFill>
                <a:latin typeface="Geist Mono Medium"/>
                <a:ea typeface="Geist Mono Medium"/>
                <a:cs typeface="Geist Mono Medium"/>
                <a:sym typeface="Geist Mono Medium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type="title"/>
          </p:nvPr>
        </p:nvSpPr>
        <p:spPr>
          <a:xfrm>
            <a:off x="192025" y="3253642"/>
            <a:ext cx="8211300" cy="14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Geist Medium"/>
              <a:buNone/>
              <a:defRPr i="0" sz="6000" cap="none" strike="noStrike">
                <a:solidFill>
                  <a:schemeClr val="lt2"/>
                </a:solidFill>
                <a:latin typeface="Geist Medium"/>
                <a:ea typeface="Geist Medium"/>
                <a:cs typeface="Geist Medium"/>
                <a:sym typeface="Geist Medium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Trocchi"/>
              <a:buNone/>
              <a:defRPr b="0" i="0" sz="2600" cap="none" strike="noStrike">
                <a:solidFill>
                  <a:schemeClr val="dk1"/>
                </a:solidFill>
                <a:latin typeface="Trocchi"/>
                <a:ea typeface="Trocchi"/>
                <a:cs typeface="Trocchi"/>
                <a:sym typeface="Trocchi"/>
              </a:defRPr>
            </a:lvl9pPr>
          </a:lstStyle>
          <a:p/>
        </p:txBody>
      </p:sp>
      <p:pic>
        <p:nvPicPr>
          <p:cNvPr id="76" name="Google Shape;76;p14" title="Vector.png"/>
          <p:cNvPicPr preferRelativeResize="0"/>
          <p:nvPr/>
        </p:nvPicPr>
        <p:blipFill rotWithShape="1">
          <a:blip r:embed="rId3">
            <a:alphaModFix/>
          </a:blip>
          <a:srcRect b="0" l="0" r="-35999" t="0"/>
          <a:stretch/>
        </p:blipFill>
        <p:spPr>
          <a:xfrm>
            <a:off x="192075" y="566925"/>
            <a:ext cx="901325" cy="76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4" title="brand-logo-cognition.png"/>
          <p:cNvPicPr preferRelativeResize="0"/>
          <p:nvPr/>
        </p:nvPicPr>
        <p:blipFill rotWithShape="1">
          <a:blip r:embed="rId4">
            <a:alphaModFix/>
          </a:blip>
          <a:srcRect b="0" l="0" r="10" t="0"/>
          <a:stretch/>
        </p:blipFill>
        <p:spPr>
          <a:xfrm>
            <a:off x="193495" y="4910325"/>
            <a:ext cx="591078" cy="114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8" name="Google Shape;78;p14"/>
          <p:cNvCxnSpPr/>
          <p:nvPr/>
        </p:nvCxnSpPr>
        <p:spPr>
          <a:xfrm>
            <a:off x="100640" y="0"/>
            <a:ext cx="0" cy="5135100"/>
          </a:xfrm>
          <a:prstGeom prst="straightConnector1">
            <a:avLst/>
          </a:prstGeom>
          <a:noFill/>
          <a:ln cap="flat" cmpd="sng" w="9525">
            <a:solidFill>
              <a:srgbClr val="2A2A2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4" name="Google Shape;8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Blank">
  <p:cSld name="#11131E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19"/>
          <p:cNvGrpSpPr/>
          <p:nvPr/>
        </p:nvGrpSpPr>
        <p:grpSpPr>
          <a:xfrm>
            <a:off x="116123" y="4903358"/>
            <a:ext cx="635202" cy="137385"/>
            <a:chOff x="0" y="0"/>
            <a:chExt cx="1693871" cy="366359"/>
          </a:xfrm>
        </p:grpSpPr>
        <p:sp>
          <p:nvSpPr>
            <p:cNvPr id="91" name="Google Shape;91;p19"/>
            <p:cNvSpPr/>
            <p:nvPr/>
          </p:nvSpPr>
          <p:spPr>
            <a:xfrm>
              <a:off x="443950" y="73265"/>
              <a:ext cx="188946" cy="217458"/>
            </a:xfrm>
            <a:custGeom>
              <a:rect b="b" l="l" r="r" t="t"/>
              <a:pathLst>
                <a:path extrusionOk="0" h="21600" w="21600">
                  <a:moveTo>
                    <a:pt x="11401" y="21598"/>
                  </a:moveTo>
                  <a:cubicBezTo>
                    <a:pt x="9066" y="21598"/>
                    <a:pt x="7041" y="21148"/>
                    <a:pt x="5323" y="20240"/>
                  </a:cubicBezTo>
                  <a:cubicBezTo>
                    <a:pt x="3604" y="19335"/>
                    <a:pt x="2288" y="18073"/>
                    <a:pt x="1374" y="16451"/>
                  </a:cubicBezTo>
                  <a:cubicBezTo>
                    <a:pt x="459" y="14832"/>
                    <a:pt x="0" y="12945"/>
                    <a:pt x="0" y="10799"/>
                  </a:cubicBezTo>
                  <a:cubicBezTo>
                    <a:pt x="0" y="8652"/>
                    <a:pt x="459" y="6790"/>
                    <a:pt x="1374" y="5160"/>
                  </a:cubicBezTo>
                  <a:cubicBezTo>
                    <a:pt x="2288" y="3530"/>
                    <a:pt x="3604" y="2263"/>
                    <a:pt x="5323" y="1358"/>
                  </a:cubicBezTo>
                  <a:cubicBezTo>
                    <a:pt x="7041" y="453"/>
                    <a:pt x="9066" y="0"/>
                    <a:pt x="11401" y="0"/>
                  </a:cubicBezTo>
                  <a:cubicBezTo>
                    <a:pt x="14192" y="0"/>
                    <a:pt x="16477" y="586"/>
                    <a:pt x="18252" y="1759"/>
                  </a:cubicBezTo>
                  <a:cubicBezTo>
                    <a:pt x="20027" y="2934"/>
                    <a:pt x="21141" y="4583"/>
                    <a:pt x="21600" y="6711"/>
                  </a:cubicBezTo>
                  <a:lnTo>
                    <a:pt x="17790" y="6711"/>
                  </a:lnTo>
                  <a:cubicBezTo>
                    <a:pt x="17448" y="5479"/>
                    <a:pt x="16749" y="4492"/>
                    <a:pt x="15695" y="3758"/>
                  </a:cubicBezTo>
                  <a:cubicBezTo>
                    <a:pt x="14641" y="3021"/>
                    <a:pt x="13201" y="2656"/>
                    <a:pt x="11369" y="2656"/>
                  </a:cubicBezTo>
                  <a:cubicBezTo>
                    <a:pt x="9743" y="2656"/>
                    <a:pt x="8347" y="2983"/>
                    <a:pt x="7180" y="3640"/>
                  </a:cubicBezTo>
                  <a:cubicBezTo>
                    <a:pt x="6012" y="4296"/>
                    <a:pt x="5107" y="5231"/>
                    <a:pt x="4468" y="6444"/>
                  </a:cubicBezTo>
                  <a:cubicBezTo>
                    <a:pt x="3826" y="7657"/>
                    <a:pt x="3506" y="9108"/>
                    <a:pt x="3506" y="10799"/>
                  </a:cubicBezTo>
                  <a:cubicBezTo>
                    <a:pt x="3506" y="12490"/>
                    <a:pt x="3826" y="13947"/>
                    <a:pt x="4468" y="15170"/>
                  </a:cubicBezTo>
                  <a:cubicBezTo>
                    <a:pt x="5107" y="16394"/>
                    <a:pt x="6012" y="17328"/>
                    <a:pt x="7180" y="17974"/>
                  </a:cubicBezTo>
                  <a:cubicBezTo>
                    <a:pt x="8349" y="18620"/>
                    <a:pt x="9743" y="18944"/>
                    <a:pt x="11369" y="18944"/>
                  </a:cubicBezTo>
                  <a:cubicBezTo>
                    <a:pt x="13201" y="18944"/>
                    <a:pt x="14641" y="18593"/>
                    <a:pt x="15695" y="17886"/>
                  </a:cubicBezTo>
                  <a:cubicBezTo>
                    <a:pt x="16749" y="17179"/>
                    <a:pt x="17445" y="16219"/>
                    <a:pt x="17790" y="15007"/>
                  </a:cubicBezTo>
                  <a:lnTo>
                    <a:pt x="21600" y="15007"/>
                  </a:lnTo>
                  <a:cubicBezTo>
                    <a:pt x="21141" y="17075"/>
                    <a:pt x="20027" y="18692"/>
                    <a:pt x="18252" y="19855"/>
                  </a:cubicBezTo>
                  <a:cubicBezTo>
                    <a:pt x="16477" y="21017"/>
                    <a:pt x="14194" y="21600"/>
                    <a:pt x="11401" y="21600"/>
                  </a:cubicBezTo>
                  <a:lnTo>
                    <a:pt x="11401" y="215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2" name="Google Shape;92;p19"/>
            <p:cNvSpPr/>
            <p:nvPr/>
          </p:nvSpPr>
          <p:spPr>
            <a:xfrm>
              <a:off x="648221" y="132092"/>
              <a:ext cx="150174" cy="158598"/>
            </a:xfrm>
            <a:custGeom>
              <a:rect b="b" l="l" r="r" t="t"/>
              <a:pathLst>
                <a:path extrusionOk="0" h="21600" w="21600">
                  <a:moveTo>
                    <a:pt x="10800" y="21599"/>
                  </a:moveTo>
                  <a:cubicBezTo>
                    <a:pt x="8726" y="21599"/>
                    <a:pt x="6871" y="21150"/>
                    <a:pt x="5227" y="20249"/>
                  </a:cubicBezTo>
                  <a:cubicBezTo>
                    <a:pt x="3587" y="19349"/>
                    <a:pt x="2304" y="18089"/>
                    <a:pt x="1381" y="16465"/>
                  </a:cubicBezTo>
                  <a:cubicBezTo>
                    <a:pt x="458" y="14844"/>
                    <a:pt x="0" y="12967"/>
                    <a:pt x="0" y="10841"/>
                  </a:cubicBezTo>
                  <a:cubicBezTo>
                    <a:pt x="0" y="8715"/>
                    <a:pt x="469" y="6759"/>
                    <a:pt x="1405" y="5134"/>
                  </a:cubicBezTo>
                  <a:cubicBezTo>
                    <a:pt x="2340" y="3513"/>
                    <a:pt x="3630" y="2251"/>
                    <a:pt x="5270" y="1349"/>
                  </a:cubicBezTo>
                  <a:cubicBezTo>
                    <a:pt x="6910" y="449"/>
                    <a:pt x="8753" y="0"/>
                    <a:pt x="10800" y="0"/>
                  </a:cubicBezTo>
                  <a:cubicBezTo>
                    <a:pt x="12847" y="0"/>
                    <a:pt x="14718" y="449"/>
                    <a:pt x="16330" y="1349"/>
                  </a:cubicBezTo>
                  <a:cubicBezTo>
                    <a:pt x="17942" y="2249"/>
                    <a:pt x="19224" y="3505"/>
                    <a:pt x="20175" y="5110"/>
                  </a:cubicBezTo>
                  <a:cubicBezTo>
                    <a:pt x="21126" y="6720"/>
                    <a:pt x="21600" y="8617"/>
                    <a:pt x="21600" y="10796"/>
                  </a:cubicBezTo>
                  <a:cubicBezTo>
                    <a:pt x="21600" y="12975"/>
                    <a:pt x="21126" y="14840"/>
                    <a:pt x="20175" y="16462"/>
                  </a:cubicBezTo>
                  <a:cubicBezTo>
                    <a:pt x="19224" y="18082"/>
                    <a:pt x="17934" y="19345"/>
                    <a:pt x="16310" y="20247"/>
                  </a:cubicBezTo>
                  <a:cubicBezTo>
                    <a:pt x="14682" y="21147"/>
                    <a:pt x="12847" y="21596"/>
                    <a:pt x="10805" y="21596"/>
                  </a:cubicBezTo>
                  <a:lnTo>
                    <a:pt x="10800" y="21600"/>
                  </a:lnTo>
                  <a:close/>
                  <a:moveTo>
                    <a:pt x="10757" y="18082"/>
                  </a:moveTo>
                  <a:cubicBezTo>
                    <a:pt x="11907" y="18082"/>
                    <a:pt x="12967" y="17811"/>
                    <a:pt x="13933" y="17264"/>
                  </a:cubicBezTo>
                  <a:cubicBezTo>
                    <a:pt x="14896" y="16717"/>
                    <a:pt x="15681" y="15899"/>
                    <a:pt x="16285" y="14809"/>
                  </a:cubicBezTo>
                  <a:cubicBezTo>
                    <a:pt x="16891" y="13720"/>
                    <a:pt x="17193" y="12381"/>
                    <a:pt x="17193" y="10801"/>
                  </a:cubicBezTo>
                  <a:cubicBezTo>
                    <a:pt x="17193" y="9222"/>
                    <a:pt x="16898" y="7850"/>
                    <a:pt x="16308" y="6772"/>
                  </a:cubicBezTo>
                  <a:cubicBezTo>
                    <a:pt x="15720" y="5694"/>
                    <a:pt x="14947" y="4883"/>
                    <a:pt x="13996" y="4336"/>
                  </a:cubicBezTo>
                  <a:cubicBezTo>
                    <a:pt x="13045" y="3789"/>
                    <a:pt x="11994" y="3518"/>
                    <a:pt x="10843" y="3518"/>
                  </a:cubicBezTo>
                  <a:cubicBezTo>
                    <a:pt x="9693" y="3518"/>
                    <a:pt x="8626" y="3789"/>
                    <a:pt x="7647" y="4336"/>
                  </a:cubicBezTo>
                  <a:cubicBezTo>
                    <a:pt x="6668" y="4883"/>
                    <a:pt x="5883" y="5693"/>
                    <a:pt x="5295" y="6772"/>
                  </a:cubicBezTo>
                  <a:cubicBezTo>
                    <a:pt x="4706" y="7850"/>
                    <a:pt x="4410" y="9191"/>
                    <a:pt x="4410" y="10801"/>
                  </a:cubicBezTo>
                  <a:cubicBezTo>
                    <a:pt x="4410" y="12412"/>
                    <a:pt x="4705" y="13720"/>
                    <a:pt x="5295" y="14809"/>
                  </a:cubicBezTo>
                  <a:cubicBezTo>
                    <a:pt x="5885" y="15899"/>
                    <a:pt x="6656" y="16717"/>
                    <a:pt x="7604" y="17264"/>
                  </a:cubicBezTo>
                  <a:cubicBezTo>
                    <a:pt x="8555" y="17811"/>
                    <a:pt x="9606" y="18082"/>
                    <a:pt x="10757" y="1808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3" name="Google Shape;93;p19"/>
            <p:cNvSpPr/>
            <p:nvPr/>
          </p:nvSpPr>
          <p:spPr>
            <a:xfrm>
              <a:off x="814314" y="132125"/>
              <a:ext cx="159138" cy="224640"/>
            </a:xfrm>
            <a:custGeom>
              <a:rect b="b" l="l" r="r" t="t"/>
              <a:pathLst>
                <a:path extrusionOk="0" h="21600" w="21600">
                  <a:moveTo>
                    <a:pt x="11092" y="21600"/>
                  </a:moveTo>
                  <a:cubicBezTo>
                    <a:pt x="9788" y="21600"/>
                    <a:pt x="8552" y="21485"/>
                    <a:pt x="7384" y="21254"/>
                  </a:cubicBezTo>
                  <a:cubicBezTo>
                    <a:pt x="6217" y="21022"/>
                    <a:pt x="5150" y="20677"/>
                    <a:pt x="4184" y="20214"/>
                  </a:cubicBezTo>
                  <a:cubicBezTo>
                    <a:pt x="3218" y="19751"/>
                    <a:pt x="2426" y="19168"/>
                    <a:pt x="1799" y="18468"/>
                  </a:cubicBezTo>
                  <a:cubicBezTo>
                    <a:pt x="1172" y="17765"/>
                    <a:pt x="766" y="16970"/>
                    <a:pt x="574" y="16086"/>
                  </a:cubicBezTo>
                  <a:lnTo>
                    <a:pt x="4650" y="16086"/>
                  </a:lnTo>
                  <a:cubicBezTo>
                    <a:pt x="4894" y="16682"/>
                    <a:pt x="5308" y="17206"/>
                    <a:pt x="5894" y="17659"/>
                  </a:cubicBezTo>
                  <a:cubicBezTo>
                    <a:pt x="6475" y="18111"/>
                    <a:pt x="7219" y="18462"/>
                    <a:pt x="8113" y="18713"/>
                  </a:cubicBezTo>
                  <a:cubicBezTo>
                    <a:pt x="9011" y="18963"/>
                    <a:pt x="9988" y="19087"/>
                    <a:pt x="11048" y="19087"/>
                  </a:cubicBezTo>
                  <a:cubicBezTo>
                    <a:pt x="12242" y="19087"/>
                    <a:pt x="13332" y="18909"/>
                    <a:pt x="14308" y="18552"/>
                  </a:cubicBezTo>
                  <a:cubicBezTo>
                    <a:pt x="15284" y="18196"/>
                    <a:pt x="16066" y="17652"/>
                    <a:pt x="16652" y="16921"/>
                  </a:cubicBezTo>
                  <a:cubicBezTo>
                    <a:pt x="17235" y="16189"/>
                    <a:pt x="17527" y="15255"/>
                    <a:pt x="17527" y="14118"/>
                  </a:cubicBezTo>
                  <a:lnTo>
                    <a:pt x="17527" y="12154"/>
                  </a:lnTo>
                  <a:cubicBezTo>
                    <a:pt x="17092" y="12673"/>
                    <a:pt x="16535" y="13150"/>
                    <a:pt x="15855" y="13584"/>
                  </a:cubicBezTo>
                  <a:cubicBezTo>
                    <a:pt x="15176" y="14018"/>
                    <a:pt x="14353" y="14363"/>
                    <a:pt x="13392" y="14624"/>
                  </a:cubicBezTo>
                  <a:cubicBezTo>
                    <a:pt x="12426" y="14885"/>
                    <a:pt x="11306" y="15016"/>
                    <a:pt x="10029" y="15016"/>
                  </a:cubicBezTo>
                  <a:cubicBezTo>
                    <a:pt x="8128" y="15016"/>
                    <a:pt x="6423" y="14699"/>
                    <a:pt x="4913" y="14063"/>
                  </a:cubicBezTo>
                  <a:cubicBezTo>
                    <a:pt x="3406" y="13428"/>
                    <a:pt x="2208" y="12538"/>
                    <a:pt x="1325" y="11391"/>
                  </a:cubicBezTo>
                  <a:cubicBezTo>
                    <a:pt x="443" y="10247"/>
                    <a:pt x="0" y="8951"/>
                    <a:pt x="0" y="7508"/>
                  </a:cubicBezTo>
                  <a:cubicBezTo>
                    <a:pt x="0" y="6065"/>
                    <a:pt x="443" y="4727"/>
                    <a:pt x="1325" y="3609"/>
                  </a:cubicBezTo>
                  <a:cubicBezTo>
                    <a:pt x="2208" y="2494"/>
                    <a:pt x="3411" y="1613"/>
                    <a:pt x="4932" y="966"/>
                  </a:cubicBezTo>
                  <a:cubicBezTo>
                    <a:pt x="6453" y="322"/>
                    <a:pt x="8166" y="0"/>
                    <a:pt x="10067" y="0"/>
                  </a:cubicBezTo>
                  <a:cubicBezTo>
                    <a:pt x="11208" y="0"/>
                    <a:pt x="12253" y="120"/>
                    <a:pt x="13203" y="362"/>
                  </a:cubicBezTo>
                  <a:cubicBezTo>
                    <a:pt x="14153" y="605"/>
                    <a:pt x="14995" y="927"/>
                    <a:pt x="15731" y="1328"/>
                  </a:cubicBezTo>
                  <a:cubicBezTo>
                    <a:pt x="16463" y="1733"/>
                    <a:pt x="17061" y="2196"/>
                    <a:pt x="17523" y="2714"/>
                  </a:cubicBezTo>
                  <a:lnTo>
                    <a:pt x="17929" y="346"/>
                  </a:lnTo>
                  <a:lnTo>
                    <a:pt x="21600" y="346"/>
                  </a:lnTo>
                  <a:lnTo>
                    <a:pt x="21600" y="14033"/>
                  </a:lnTo>
                  <a:cubicBezTo>
                    <a:pt x="21600" y="15265"/>
                    <a:pt x="21333" y="16348"/>
                    <a:pt x="20804" y="17283"/>
                  </a:cubicBezTo>
                  <a:cubicBezTo>
                    <a:pt x="20275" y="18217"/>
                    <a:pt x="19541" y="19002"/>
                    <a:pt x="18603" y="19635"/>
                  </a:cubicBezTo>
                  <a:cubicBezTo>
                    <a:pt x="17663" y="20271"/>
                    <a:pt x="16560" y="20755"/>
                    <a:pt x="15283" y="21094"/>
                  </a:cubicBezTo>
                  <a:cubicBezTo>
                    <a:pt x="14005" y="21429"/>
                    <a:pt x="12604" y="21599"/>
                    <a:pt x="11083" y="21599"/>
                  </a:cubicBezTo>
                  <a:lnTo>
                    <a:pt x="11094" y="21599"/>
                  </a:lnTo>
                  <a:close/>
                  <a:moveTo>
                    <a:pt x="10769" y="12533"/>
                  </a:moveTo>
                  <a:cubicBezTo>
                    <a:pt x="12098" y="12533"/>
                    <a:pt x="13263" y="12318"/>
                    <a:pt x="14255" y="11884"/>
                  </a:cubicBezTo>
                  <a:cubicBezTo>
                    <a:pt x="15248" y="11450"/>
                    <a:pt x="16021" y="10859"/>
                    <a:pt x="16577" y="10108"/>
                  </a:cubicBezTo>
                  <a:cubicBezTo>
                    <a:pt x="17134" y="9358"/>
                    <a:pt x="17412" y="8490"/>
                    <a:pt x="17412" y="7508"/>
                  </a:cubicBezTo>
                  <a:cubicBezTo>
                    <a:pt x="17412" y="6525"/>
                    <a:pt x="17134" y="5637"/>
                    <a:pt x="16577" y="4895"/>
                  </a:cubicBezTo>
                  <a:cubicBezTo>
                    <a:pt x="16021" y="4155"/>
                    <a:pt x="15248" y="3572"/>
                    <a:pt x="14255" y="3149"/>
                  </a:cubicBezTo>
                  <a:cubicBezTo>
                    <a:pt x="13263" y="2726"/>
                    <a:pt x="12103" y="2514"/>
                    <a:pt x="10769" y="2514"/>
                  </a:cubicBezTo>
                  <a:cubicBezTo>
                    <a:pt x="9434" y="2514"/>
                    <a:pt x="8350" y="2727"/>
                    <a:pt x="7346" y="3149"/>
                  </a:cubicBezTo>
                  <a:cubicBezTo>
                    <a:pt x="6339" y="3573"/>
                    <a:pt x="5557" y="4156"/>
                    <a:pt x="5002" y="4895"/>
                  </a:cubicBezTo>
                  <a:cubicBezTo>
                    <a:pt x="4447" y="5637"/>
                    <a:pt x="4168" y="6508"/>
                    <a:pt x="4168" y="7508"/>
                  </a:cubicBezTo>
                  <a:cubicBezTo>
                    <a:pt x="4168" y="8508"/>
                    <a:pt x="4445" y="9358"/>
                    <a:pt x="5002" y="10108"/>
                  </a:cubicBezTo>
                  <a:cubicBezTo>
                    <a:pt x="5559" y="10859"/>
                    <a:pt x="6339" y="11452"/>
                    <a:pt x="7346" y="11884"/>
                  </a:cubicBezTo>
                  <a:cubicBezTo>
                    <a:pt x="8349" y="12318"/>
                    <a:pt x="9491" y="12533"/>
                    <a:pt x="10769" y="1253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4" name="Google Shape;94;p19"/>
            <p:cNvSpPr/>
            <p:nvPr/>
          </p:nvSpPr>
          <p:spPr>
            <a:xfrm>
              <a:off x="1001928" y="132125"/>
              <a:ext cx="137862" cy="154980"/>
            </a:xfrm>
            <a:custGeom>
              <a:rect b="b" l="l" r="r" t="t"/>
              <a:pathLst>
                <a:path extrusionOk="0" h="21600" w="21600">
                  <a:moveTo>
                    <a:pt x="5" y="21600"/>
                  </a:moveTo>
                  <a:lnTo>
                    <a:pt x="5" y="503"/>
                  </a:lnTo>
                  <a:lnTo>
                    <a:pt x="4241" y="503"/>
                  </a:lnTo>
                  <a:lnTo>
                    <a:pt x="4523" y="4101"/>
                  </a:lnTo>
                  <a:cubicBezTo>
                    <a:pt x="5277" y="2817"/>
                    <a:pt x="6336" y="1814"/>
                    <a:pt x="7698" y="1088"/>
                  </a:cubicBezTo>
                  <a:cubicBezTo>
                    <a:pt x="9064" y="363"/>
                    <a:pt x="10655" y="0"/>
                    <a:pt x="12472" y="0"/>
                  </a:cubicBezTo>
                  <a:cubicBezTo>
                    <a:pt x="14385" y="0"/>
                    <a:pt x="16014" y="336"/>
                    <a:pt x="17364" y="1002"/>
                  </a:cubicBezTo>
                  <a:cubicBezTo>
                    <a:pt x="18712" y="1670"/>
                    <a:pt x="19758" y="2685"/>
                    <a:pt x="20495" y="4038"/>
                  </a:cubicBezTo>
                  <a:cubicBezTo>
                    <a:pt x="21232" y="5392"/>
                    <a:pt x="21600" y="7086"/>
                    <a:pt x="21600" y="9122"/>
                  </a:cubicBezTo>
                  <a:lnTo>
                    <a:pt x="21600" y="21597"/>
                  </a:lnTo>
                  <a:lnTo>
                    <a:pt x="16895" y="21597"/>
                  </a:lnTo>
                  <a:lnTo>
                    <a:pt x="16895" y="9542"/>
                  </a:lnTo>
                  <a:cubicBezTo>
                    <a:pt x="16895" y="7590"/>
                    <a:pt x="16409" y="6106"/>
                    <a:pt x="15437" y="5083"/>
                  </a:cubicBezTo>
                  <a:cubicBezTo>
                    <a:pt x="14467" y="4064"/>
                    <a:pt x="13054" y="3555"/>
                    <a:pt x="11201" y="3555"/>
                  </a:cubicBezTo>
                  <a:cubicBezTo>
                    <a:pt x="9978" y="3555"/>
                    <a:pt x="8882" y="3821"/>
                    <a:pt x="7905" y="4350"/>
                  </a:cubicBezTo>
                  <a:cubicBezTo>
                    <a:pt x="6933" y="4883"/>
                    <a:pt x="6157" y="5647"/>
                    <a:pt x="5577" y="6654"/>
                  </a:cubicBezTo>
                  <a:cubicBezTo>
                    <a:pt x="4997" y="7656"/>
                    <a:pt x="4705" y="8887"/>
                    <a:pt x="4705" y="10338"/>
                  </a:cubicBezTo>
                  <a:lnTo>
                    <a:pt x="4705" y="21598"/>
                  </a:lnTo>
                  <a:lnTo>
                    <a:pt x="0" y="21598"/>
                  </a:lnTo>
                  <a:lnTo>
                    <a:pt x="5" y="2159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5" name="Google Shape;95;p19"/>
            <p:cNvSpPr/>
            <p:nvPr/>
          </p:nvSpPr>
          <p:spPr>
            <a:xfrm>
              <a:off x="1161981" y="69346"/>
              <a:ext cx="39636" cy="217728"/>
            </a:xfrm>
            <a:custGeom>
              <a:rect b="b" l="l" r="r" t="t"/>
              <a:pathLst>
                <a:path extrusionOk="0" h="21600" w="21600">
                  <a:moveTo>
                    <a:pt x="10803" y="3753"/>
                  </a:moveTo>
                  <a:cubicBezTo>
                    <a:pt x="7634" y="3753"/>
                    <a:pt x="5041" y="3575"/>
                    <a:pt x="3034" y="3218"/>
                  </a:cubicBezTo>
                  <a:cubicBezTo>
                    <a:pt x="1009" y="2861"/>
                    <a:pt x="0" y="2402"/>
                    <a:pt x="0" y="1848"/>
                  </a:cubicBezTo>
                  <a:cubicBezTo>
                    <a:pt x="0" y="1293"/>
                    <a:pt x="1009" y="870"/>
                    <a:pt x="3034" y="521"/>
                  </a:cubicBezTo>
                  <a:cubicBezTo>
                    <a:pt x="5052" y="175"/>
                    <a:pt x="7634" y="0"/>
                    <a:pt x="10803" y="0"/>
                  </a:cubicBezTo>
                  <a:cubicBezTo>
                    <a:pt x="13972" y="0"/>
                    <a:pt x="16413" y="173"/>
                    <a:pt x="18496" y="521"/>
                  </a:cubicBezTo>
                  <a:cubicBezTo>
                    <a:pt x="20561" y="869"/>
                    <a:pt x="21600" y="1312"/>
                    <a:pt x="21600" y="1848"/>
                  </a:cubicBezTo>
                  <a:cubicBezTo>
                    <a:pt x="21600" y="2384"/>
                    <a:pt x="20561" y="2861"/>
                    <a:pt x="18496" y="3218"/>
                  </a:cubicBezTo>
                  <a:cubicBezTo>
                    <a:pt x="16413" y="3575"/>
                    <a:pt x="13866" y="3753"/>
                    <a:pt x="10803" y="3753"/>
                  </a:cubicBezTo>
                  <a:close/>
                  <a:moveTo>
                    <a:pt x="2611" y="21600"/>
                  </a:moveTo>
                  <a:lnTo>
                    <a:pt x="2611" y="6584"/>
                  </a:lnTo>
                  <a:lnTo>
                    <a:pt x="18977" y="6584"/>
                  </a:lnTo>
                  <a:lnTo>
                    <a:pt x="18977" y="21600"/>
                  </a:lnTo>
                  <a:lnTo>
                    <a:pt x="2611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6" name="Google Shape;96;p19"/>
            <p:cNvSpPr/>
            <p:nvPr/>
          </p:nvSpPr>
          <p:spPr>
            <a:xfrm>
              <a:off x="1213379" y="97564"/>
              <a:ext cx="98820" cy="189486"/>
            </a:xfrm>
            <a:custGeom>
              <a:rect b="b" l="l" r="r" t="t"/>
              <a:pathLst>
                <a:path extrusionOk="0" h="21600" w="21600">
                  <a:moveTo>
                    <a:pt x="15953" y="21600"/>
                  </a:moveTo>
                  <a:cubicBezTo>
                    <a:pt x="13854" y="21600"/>
                    <a:pt x="12039" y="21429"/>
                    <a:pt x="10502" y="21086"/>
                  </a:cubicBezTo>
                  <a:cubicBezTo>
                    <a:pt x="8972" y="20745"/>
                    <a:pt x="7786" y="20174"/>
                    <a:pt x="6958" y="19373"/>
                  </a:cubicBezTo>
                  <a:cubicBezTo>
                    <a:pt x="6122" y="18575"/>
                    <a:pt x="5710" y="17489"/>
                    <a:pt x="5710" y="16121"/>
                  </a:cubicBezTo>
                  <a:lnTo>
                    <a:pt x="5710" y="7221"/>
                  </a:lnTo>
                  <a:lnTo>
                    <a:pt x="0" y="7221"/>
                  </a:lnTo>
                  <a:lnTo>
                    <a:pt x="0" y="4347"/>
                  </a:lnTo>
                  <a:lnTo>
                    <a:pt x="5710" y="4347"/>
                  </a:lnTo>
                  <a:lnTo>
                    <a:pt x="6564" y="0"/>
                  </a:lnTo>
                  <a:lnTo>
                    <a:pt x="12275" y="0"/>
                  </a:lnTo>
                  <a:lnTo>
                    <a:pt x="12275" y="4347"/>
                  </a:lnTo>
                  <a:lnTo>
                    <a:pt x="21600" y="4347"/>
                  </a:lnTo>
                  <a:lnTo>
                    <a:pt x="21600" y="7221"/>
                  </a:lnTo>
                  <a:lnTo>
                    <a:pt x="12275" y="7221"/>
                  </a:lnTo>
                  <a:lnTo>
                    <a:pt x="12275" y="16155"/>
                  </a:lnTo>
                  <a:cubicBezTo>
                    <a:pt x="12275" y="17137"/>
                    <a:pt x="12670" y="17805"/>
                    <a:pt x="13456" y="18158"/>
                  </a:cubicBezTo>
                  <a:cubicBezTo>
                    <a:pt x="14242" y="18511"/>
                    <a:pt x="15598" y="18688"/>
                    <a:pt x="17528" y="18688"/>
                  </a:cubicBezTo>
                  <a:lnTo>
                    <a:pt x="21334" y="18688"/>
                  </a:lnTo>
                  <a:lnTo>
                    <a:pt x="21334" y="21596"/>
                  </a:lnTo>
                  <a:lnTo>
                    <a:pt x="15949" y="21596"/>
                  </a:lnTo>
                  <a:lnTo>
                    <a:pt x="15953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7" name="Google Shape;97;p19"/>
            <p:cNvSpPr/>
            <p:nvPr/>
          </p:nvSpPr>
          <p:spPr>
            <a:xfrm>
              <a:off x="1325791" y="69346"/>
              <a:ext cx="39636" cy="217728"/>
            </a:xfrm>
            <a:custGeom>
              <a:rect b="b" l="l" r="r" t="t"/>
              <a:pathLst>
                <a:path extrusionOk="0" h="21600" w="21600">
                  <a:moveTo>
                    <a:pt x="10803" y="3753"/>
                  </a:moveTo>
                  <a:cubicBezTo>
                    <a:pt x="7634" y="3753"/>
                    <a:pt x="5041" y="3575"/>
                    <a:pt x="3034" y="3218"/>
                  </a:cubicBezTo>
                  <a:cubicBezTo>
                    <a:pt x="1009" y="2861"/>
                    <a:pt x="0" y="2402"/>
                    <a:pt x="0" y="1848"/>
                  </a:cubicBezTo>
                  <a:cubicBezTo>
                    <a:pt x="0" y="1293"/>
                    <a:pt x="1009" y="870"/>
                    <a:pt x="3034" y="521"/>
                  </a:cubicBezTo>
                  <a:cubicBezTo>
                    <a:pt x="5052" y="175"/>
                    <a:pt x="7634" y="0"/>
                    <a:pt x="10803" y="0"/>
                  </a:cubicBezTo>
                  <a:cubicBezTo>
                    <a:pt x="13972" y="0"/>
                    <a:pt x="16413" y="173"/>
                    <a:pt x="18496" y="521"/>
                  </a:cubicBezTo>
                  <a:cubicBezTo>
                    <a:pt x="20561" y="869"/>
                    <a:pt x="21600" y="1312"/>
                    <a:pt x="21600" y="1848"/>
                  </a:cubicBezTo>
                  <a:cubicBezTo>
                    <a:pt x="21600" y="2384"/>
                    <a:pt x="20561" y="2861"/>
                    <a:pt x="18496" y="3218"/>
                  </a:cubicBezTo>
                  <a:cubicBezTo>
                    <a:pt x="16413" y="3575"/>
                    <a:pt x="13860" y="3753"/>
                    <a:pt x="10803" y="3753"/>
                  </a:cubicBezTo>
                  <a:close/>
                  <a:moveTo>
                    <a:pt x="2611" y="21600"/>
                  </a:moveTo>
                  <a:lnTo>
                    <a:pt x="2611" y="6584"/>
                  </a:lnTo>
                  <a:lnTo>
                    <a:pt x="18977" y="6584"/>
                  </a:lnTo>
                  <a:lnTo>
                    <a:pt x="18977" y="21600"/>
                  </a:lnTo>
                  <a:lnTo>
                    <a:pt x="2611" y="21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8" name="Google Shape;98;p19"/>
            <p:cNvSpPr/>
            <p:nvPr/>
          </p:nvSpPr>
          <p:spPr>
            <a:xfrm>
              <a:off x="1383477" y="132092"/>
              <a:ext cx="150174" cy="158598"/>
            </a:xfrm>
            <a:custGeom>
              <a:rect b="b" l="l" r="r" t="t"/>
              <a:pathLst>
                <a:path extrusionOk="0" h="21600" w="21600">
                  <a:moveTo>
                    <a:pt x="10801" y="21599"/>
                  </a:moveTo>
                  <a:cubicBezTo>
                    <a:pt x="8726" y="21599"/>
                    <a:pt x="6871" y="21150"/>
                    <a:pt x="5228" y="20249"/>
                  </a:cubicBezTo>
                  <a:cubicBezTo>
                    <a:pt x="3588" y="19349"/>
                    <a:pt x="2306" y="18089"/>
                    <a:pt x="1381" y="16465"/>
                  </a:cubicBezTo>
                  <a:cubicBezTo>
                    <a:pt x="458" y="14844"/>
                    <a:pt x="0" y="12967"/>
                    <a:pt x="0" y="10841"/>
                  </a:cubicBezTo>
                  <a:cubicBezTo>
                    <a:pt x="0" y="8715"/>
                    <a:pt x="471" y="6759"/>
                    <a:pt x="1406" y="5134"/>
                  </a:cubicBezTo>
                  <a:cubicBezTo>
                    <a:pt x="2341" y="3513"/>
                    <a:pt x="3631" y="2251"/>
                    <a:pt x="5271" y="1349"/>
                  </a:cubicBezTo>
                  <a:cubicBezTo>
                    <a:pt x="6911" y="449"/>
                    <a:pt x="8754" y="0"/>
                    <a:pt x="10801" y="0"/>
                  </a:cubicBezTo>
                  <a:cubicBezTo>
                    <a:pt x="12848" y="0"/>
                    <a:pt x="14717" y="449"/>
                    <a:pt x="16329" y="1349"/>
                  </a:cubicBezTo>
                  <a:cubicBezTo>
                    <a:pt x="17941" y="2249"/>
                    <a:pt x="19223" y="3505"/>
                    <a:pt x="20174" y="5110"/>
                  </a:cubicBezTo>
                  <a:cubicBezTo>
                    <a:pt x="21126" y="6720"/>
                    <a:pt x="21600" y="8617"/>
                    <a:pt x="21600" y="10796"/>
                  </a:cubicBezTo>
                  <a:cubicBezTo>
                    <a:pt x="21600" y="12975"/>
                    <a:pt x="21126" y="14840"/>
                    <a:pt x="20174" y="16462"/>
                  </a:cubicBezTo>
                  <a:cubicBezTo>
                    <a:pt x="19223" y="18082"/>
                    <a:pt x="17933" y="19345"/>
                    <a:pt x="16309" y="20247"/>
                  </a:cubicBezTo>
                  <a:cubicBezTo>
                    <a:pt x="14681" y="21147"/>
                    <a:pt x="12846" y="21596"/>
                    <a:pt x="10804" y="21596"/>
                  </a:cubicBezTo>
                  <a:lnTo>
                    <a:pt x="10801" y="21600"/>
                  </a:lnTo>
                  <a:close/>
                  <a:moveTo>
                    <a:pt x="10756" y="18082"/>
                  </a:moveTo>
                  <a:cubicBezTo>
                    <a:pt x="11906" y="18082"/>
                    <a:pt x="12966" y="17811"/>
                    <a:pt x="13933" y="17264"/>
                  </a:cubicBezTo>
                  <a:cubicBezTo>
                    <a:pt x="14897" y="16717"/>
                    <a:pt x="15680" y="15899"/>
                    <a:pt x="16286" y="14809"/>
                  </a:cubicBezTo>
                  <a:cubicBezTo>
                    <a:pt x="16891" y="13720"/>
                    <a:pt x="17193" y="12381"/>
                    <a:pt x="17193" y="10801"/>
                  </a:cubicBezTo>
                  <a:cubicBezTo>
                    <a:pt x="17193" y="9222"/>
                    <a:pt x="16899" y="7850"/>
                    <a:pt x="16309" y="6772"/>
                  </a:cubicBezTo>
                  <a:cubicBezTo>
                    <a:pt x="15720" y="5694"/>
                    <a:pt x="14948" y="4883"/>
                    <a:pt x="13997" y="4336"/>
                  </a:cubicBezTo>
                  <a:cubicBezTo>
                    <a:pt x="13045" y="3789"/>
                    <a:pt x="11995" y="3518"/>
                    <a:pt x="10844" y="3518"/>
                  </a:cubicBezTo>
                  <a:cubicBezTo>
                    <a:pt x="9694" y="3518"/>
                    <a:pt x="8627" y="3789"/>
                    <a:pt x="7648" y="4336"/>
                  </a:cubicBezTo>
                  <a:cubicBezTo>
                    <a:pt x="6668" y="4883"/>
                    <a:pt x="5884" y="5693"/>
                    <a:pt x="5294" y="6772"/>
                  </a:cubicBezTo>
                  <a:cubicBezTo>
                    <a:pt x="4706" y="7850"/>
                    <a:pt x="4412" y="9191"/>
                    <a:pt x="4412" y="10801"/>
                  </a:cubicBezTo>
                  <a:cubicBezTo>
                    <a:pt x="4412" y="12412"/>
                    <a:pt x="4706" y="13720"/>
                    <a:pt x="5294" y="14809"/>
                  </a:cubicBezTo>
                  <a:cubicBezTo>
                    <a:pt x="5884" y="15899"/>
                    <a:pt x="6657" y="16717"/>
                    <a:pt x="7603" y="17264"/>
                  </a:cubicBezTo>
                  <a:cubicBezTo>
                    <a:pt x="8555" y="17811"/>
                    <a:pt x="9605" y="18082"/>
                    <a:pt x="10756" y="1808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1556009" y="132125"/>
              <a:ext cx="137862" cy="154980"/>
            </a:xfrm>
            <a:custGeom>
              <a:rect b="b" l="l" r="r" t="t"/>
              <a:pathLst>
                <a:path extrusionOk="0" h="21600" w="21600">
                  <a:moveTo>
                    <a:pt x="3" y="21600"/>
                  </a:moveTo>
                  <a:lnTo>
                    <a:pt x="3" y="503"/>
                  </a:lnTo>
                  <a:lnTo>
                    <a:pt x="4241" y="503"/>
                  </a:lnTo>
                  <a:lnTo>
                    <a:pt x="4523" y="4101"/>
                  </a:lnTo>
                  <a:cubicBezTo>
                    <a:pt x="5277" y="2817"/>
                    <a:pt x="6336" y="1814"/>
                    <a:pt x="7698" y="1088"/>
                  </a:cubicBezTo>
                  <a:cubicBezTo>
                    <a:pt x="9062" y="363"/>
                    <a:pt x="10655" y="0"/>
                    <a:pt x="12472" y="0"/>
                  </a:cubicBezTo>
                  <a:cubicBezTo>
                    <a:pt x="14385" y="0"/>
                    <a:pt x="16014" y="336"/>
                    <a:pt x="17364" y="1002"/>
                  </a:cubicBezTo>
                  <a:cubicBezTo>
                    <a:pt x="18712" y="1670"/>
                    <a:pt x="19758" y="2685"/>
                    <a:pt x="20495" y="4038"/>
                  </a:cubicBezTo>
                  <a:cubicBezTo>
                    <a:pt x="21232" y="5392"/>
                    <a:pt x="21600" y="7086"/>
                    <a:pt x="21600" y="9122"/>
                  </a:cubicBezTo>
                  <a:lnTo>
                    <a:pt x="21600" y="21597"/>
                  </a:lnTo>
                  <a:lnTo>
                    <a:pt x="16895" y="21597"/>
                  </a:lnTo>
                  <a:lnTo>
                    <a:pt x="16895" y="9542"/>
                  </a:lnTo>
                  <a:cubicBezTo>
                    <a:pt x="16895" y="7590"/>
                    <a:pt x="16409" y="6106"/>
                    <a:pt x="15437" y="5083"/>
                  </a:cubicBezTo>
                  <a:cubicBezTo>
                    <a:pt x="14466" y="4064"/>
                    <a:pt x="13052" y="3555"/>
                    <a:pt x="11201" y="3555"/>
                  </a:cubicBezTo>
                  <a:cubicBezTo>
                    <a:pt x="9978" y="3555"/>
                    <a:pt x="8882" y="3821"/>
                    <a:pt x="7905" y="4350"/>
                  </a:cubicBezTo>
                  <a:cubicBezTo>
                    <a:pt x="6933" y="4883"/>
                    <a:pt x="6157" y="5647"/>
                    <a:pt x="5577" y="6654"/>
                  </a:cubicBezTo>
                  <a:cubicBezTo>
                    <a:pt x="4995" y="7656"/>
                    <a:pt x="4705" y="8887"/>
                    <a:pt x="4705" y="10338"/>
                  </a:cubicBezTo>
                  <a:lnTo>
                    <a:pt x="4705" y="21598"/>
                  </a:lnTo>
                  <a:lnTo>
                    <a:pt x="0" y="21598"/>
                  </a:lnTo>
                  <a:lnTo>
                    <a:pt x="3" y="2159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100" name="Google Shape;100;p19"/>
            <p:cNvSpPr/>
            <p:nvPr/>
          </p:nvSpPr>
          <p:spPr>
            <a:xfrm>
              <a:off x="110861" y="64037"/>
              <a:ext cx="208872" cy="238433"/>
            </a:xfrm>
            <a:custGeom>
              <a:rect b="b" l="l" r="r" t="t"/>
              <a:pathLst>
                <a:path extrusionOk="0" h="21563" w="21600">
                  <a:moveTo>
                    <a:pt x="11420" y="8827"/>
                  </a:moveTo>
                  <a:cubicBezTo>
                    <a:pt x="12216" y="8427"/>
                    <a:pt x="13200" y="8427"/>
                    <a:pt x="13997" y="8827"/>
                  </a:cubicBezTo>
                  <a:lnTo>
                    <a:pt x="16054" y="9866"/>
                  </a:lnTo>
                  <a:cubicBezTo>
                    <a:pt x="16120" y="9898"/>
                    <a:pt x="16191" y="9923"/>
                    <a:pt x="16263" y="9941"/>
                  </a:cubicBezTo>
                  <a:cubicBezTo>
                    <a:pt x="16278" y="9946"/>
                    <a:pt x="16292" y="9948"/>
                    <a:pt x="16309" y="9950"/>
                  </a:cubicBezTo>
                  <a:cubicBezTo>
                    <a:pt x="16380" y="9965"/>
                    <a:pt x="16453" y="9973"/>
                    <a:pt x="16524" y="9976"/>
                  </a:cubicBezTo>
                  <a:lnTo>
                    <a:pt x="16535" y="9976"/>
                  </a:lnTo>
                  <a:cubicBezTo>
                    <a:pt x="16544" y="9976"/>
                    <a:pt x="16550" y="9976"/>
                    <a:pt x="16559" y="9973"/>
                  </a:cubicBezTo>
                  <a:cubicBezTo>
                    <a:pt x="16624" y="9973"/>
                    <a:pt x="16690" y="9963"/>
                    <a:pt x="16756" y="9950"/>
                  </a:cubicBezTo>
                  <a:cubicBezTo>
                    <a:pt x="16767" y="9950"/>
                    <a:pt x="16779" y="9948"/>
                    <a:pt x="16790" y="9943"/>
                  </a:cubicBezTo>
                  <a:cubicBezTo>
                    <a:pt x="16859" y="9925"/>
                    <a:pt x="16927" y="9900"/>
                    <a:pt x="16991" y="9871"/>
                  </a:cubicBezTo>
                  <a:cubicBezTo>
                    <a:pt x="16996" y="9868"/>
                    <a:pt x="17005" y="9866"/>
                    <a:pt x="17011" y="9863"/>
                  </a:cubicBezTo>
                  <a:lnTo>
                    <a:pt x="21123" y="7785"/>
                  </a:lnTo>
                  <a:cubicBezTo>
                    <a:pt x="21419" y="7637"/>
                    <a:pt x="21599" y="7362"/>
                    <a:pt x="21599" y="7064"/>
                  </a:cubicBezTo>
                  <a:lnTo>
                    <a:pt x="21599" y="2909"/>
                  </a:lnTo>
                  <a:cubicBezTo>
                    <a:pt x="21599" y="2612"/>
                    <a:pt x="21419" y="2336"/>
                    <a:pt x="21123" y="2189"/>
                  </a:cubicBezTo>
                  <a:lnTo>
                    <a:pt x="17011" y="111"/>
                  </a:lnTo>
                  <a:cubicBezTo>
                    <a:pt x="16716" y="-37"/>
                    <a:pt x="16353" y="-37"/>
                    <a:pt x="16057" y="111"/>
                  </a:cubicBezTo>
                  <a:lnTo>
                    <a:pt x="11945" y="2189"/>
                  </a:lnTo>
                  <a:cubicBezTo>
                    <a:pt x="11945" y="2189"/>
                    <a:pt x="11933" y="2197"/>
                    <a:pt x="11928" y="2199"/>
                  </a:cubicBezTo>
                  <a:cubicBezTo>
                    <a:pt x="11866" y="2231"/>
                    <a:pt x="11804" y="2272"/>
                    <a:pt x="11753" y="2316"/>
                  </a:cubicBezTo>
                  <a:cubicBezTo>
                    <a:pt x="11744" y="2324"/>
                    <a:pt x="11739" y="2331"/>
                    <a:pt x="11730" y="2339"/>
                  </a:cubicBezTo>
                  <a:cubicBezTo>
                    <a:pt x="11684" y="2382"/>
                    <a:pt x="11644" y="2429"/>
                    <a:pt x="11607" y="2479"/>
                  </a:cubicBezTo>
                  <a:cubicBezTo>
                    <a:pt x="11602" y="2487"/>
                    <a:pt x="11596" y="2494"/>
                    <a:pt x="11591" y="2504"/>
                  </a:cubicBezTo>
                  <a:cubicBezTo>
                    <a:pt x="11556" y="2560"/>
                    <a:pt x="11527" y="2617"/>
                    <a:pt x="11507" y="2680"/>
                  </a:cubicBezTo>
                  <a:cubicBezTo>
                    <a:pt x="11501" y="2692"/>
                    <a:pt x="11498" y="2705"/>
                    <a:pt x="11496" y="2720"/>
                  </a:cubicBezTo>
                  <a:cubicBezTo>
                    <a:pt x="11479" y="2782"/>
                    <a:pt x="11467" y="2847"/>
                    <a:pt x="11467" y="2915"/>
                  </a:cubicBezTo>
                  <a:lnTo>
                    <a:pt x="11467" y="4993"/>
                  </a:lnTo>
                  <a:cubicBezTo>
                    <a:pt x="11467" y="5795"/>
                    <a:pt x="10975" y="6542"/>
                    <a:pt x="10179" y="6943"/>
                  </a:cubicBezTo>
                  <a:cubicBezTo>
                    <a:pt x="9383" y="7343"/>
                    <a:pt x="8398" y="7343"/>
                    <a:pt x="7602" y="6943"/>
                  </a:cubicBezTo>
                  <a:lnTo>
                    <a:pt x="5545" y="5904"/>
                  </a:lnTo>
                  <a:cubicBezTo>
                    <a:pt x="5479" y="5872"/>
                    <a:pt x="5408" y="5846"/>
                    <a:pt x="5335" y="5829"/>
                  </a:cubicBezTo>
                  <a:cubicBezTo>
                    <a:pt x="5321" y="5824"/>
                    <a:pt x="5306" y="5821"/>
                    <a:pt x="5290" y="5819"/>
                  </a:cubicBezTo>
                  <a:cubicBezTo>
                    <a:pt x="5219" y="5804"/>
                    <a:pt x="5146" y="5797"/>
                    <a:pt x="5075" y="5794"/>
                  </a:cubicBezTo>
                  <a:lnTo>
                    <a:pt x="5044" y="5794"/>
                  </a:lnTo>
                  <a:cubicBezTo>
                    <a:pt x="4975" y="5794"/>
                    <a:pt x="4909" y="5803"/>
                    <a:pt x="4843" y="5816"/>
                  </a:cubicBezTo>
                  <a:cubicBezTo>
                    <a:pt x="4832" y="5816"/>
                    <a:pt x="4820" y="5819"/>
                    <a:pt x="4812" y="5821"/>
                  </a:cubicBezTo>
                  <a:cubicBezTo>
                    <a:pt x="4741" y="5838"/>
                    <a:pt x="4675" y="5864"/>
                    <a:pt x="4608" y="5894"/>
                  </a:cubicBezTo>
                  <a:cubicBezTo>
                    <a:pt x="4603" y="5897"/>
                    <a:pt x="4594" y="5899"/>
                    <a:pt x="4588" y="5902"/>
                  </a:cubicBezTo>
                  <a:lnTo>
                    <a:pt x="475" y="7980"/>
                  </a:lnTo>
                  <a:cubicBezTo>
                    <a:pt x="180" y="8128"/>
                    <a:pt x="0" y="8402"/>
                    <a:pt x="0" y="8700"/>
                  </a:cubicBezTo>
                  <a:lnTo>
                    <a:pt x="0" y="12855"/>
                  </a:lnTo>
                  <a:cubicBezTo>
                    <a:pt x="0" y="13153"/>
                    <a:pt x="180" y="13429"/>
                    <a:pt x="475" y="13576"/>
                  </a:cubicBezTo>
                  <a:lnTo>
                    <a:pt x="4588" y="15654"/>
                  </a:lnTo>
                  <a:cubicBezTo>
                    <a:pt x="4588" y="15654"/>
                    <a:pt x="4603" y="15658"/>
                    <a:pt x="4608" y="15661"/>
                  </a:cubicBezTo>
                  <a:cubicBezTo>
                    <a:pt x="4674" y="15691"/>
                    <a:pt x="4740" y="15717"/>
                    <a:pt x="4812" y="15734"/>
                  </a:cubicBezTo>
                  <a:cubicBezTo>
                    <a:pt x="4823" y="15737"/>
                    <a:pt x="4836" y="15739"/>
                    <a:pt x="4847" y="15742"/>
                  </a:cubicBezTo>
                  <a:cubicBezTo>
                    <a:pt x="4912" y="15755"/>
                    <a:pt x="4978" y="15763"/>
                    <a:pt x="5044" y="15765"/>
                  </a:cubicBezTo>
                  <a:cubicBezTo>
                    <a:pt x="5053" y="15765"/>
                    <a:pt x="5058" y="15767"/>
                    <a:pt x="5067" y="15767"/>
                  </a:cubicBezTo>
                  <a:lnTo>
                    <a:pt x="5078" y="15767"/>
                  </a:lnTo>
                  <a:cubicBezTo>
                    <a:pt x="5149" y="15767"/>
                    <a:pt x="5222" y="15758"/>
                    <a:pt x="5293" y="15742"/>
                  </a:cubicBezTo>
                  <a:cubicBezTo>
                    <a:pt x="5308" y="15739"/>
                    <a:pt x="5322" y="15734"/>
                    <a:pt x="5339" y="15732"/>
                  </a:cubicBezTo>
                  <a:cubicBezTo>
                    <a:pt x="5410" y="15715"/>
                    <a:pt x="5479" y="15690"/>
                    <a:pt x="5548" y="15657"/>
                  </a:cubicBezTo>
                  <a:lnTo>
                    <a:pt x="7606" y="14618"/>
                  </a:lnTo>
                  <a:cubicBezTo>
                    <a:pt x="8402" y="14218"/>
                    <a:pt x="9386" y="14218"/>
                    <a:pt x="10181" y="14618"/>
                  </a:cubicBezTo>
                  <a:cubicBezTo>
                    <a:pt x="10974" y="15019"/>
                    <a:pt x="11469" y="15767"/>
                    <a:pt x="11469" y="16569"/>
                  </a:cubicBezTo>
                  <a:lnTo>
                    <a:pt x="11469" y="18647"/>
                  </a:lnTo>
                  <a:cubicBezTo>
                    <a:pt x="11469" y="18714"/>
                    <a:pt x="11480" y="18779"/>
                    <a:pt x="11498" y="18841"/>
                  </a:cubicBezTo>
                  <a:cubicBezTo>
                    <a:pt x="11501" y="18854"/>
                    <a:pt x="11504" y="18869"/>
                    <a:pt x="11509" y="18881"/>
                  </a:cubicBezTo>
                  <a:cubicBezTo>
                    <a:pt x="11529" y="18942"/>
                    <a:pt x="11558" y="19001"/>
                    <a:pt x="11592" y="19057"/>
                  </a:cubicBezTo>
                  <a:cubicBezTo>
                    <a:pt x="11597" y="19064"/>
                    <a:pt x="11603" y="19071"/>
                    <a:pt x="11609" y="19082"/>
                  </a:cubicBezTo>
                  <a:cubicBezTo>
                    <a:pt x="11644" y="19132"/>
                    <a:pt x="11684" y="19179"/>
                    <a:pt x="11733" y="19222"/>
                  </a:cubicBezTo>
                  <a:cubicBezTo>
                    <a:pt x="11742" y="19230"/>
                    <a:pt x="11748" y="19237"/>
                    <a:pt x="11756" y="19245"/>
                  </a:cubicBezTo>
                  <a:cubicBezTo>
                    <a:pt x="11808" y="19289"/>
                    <a:pt x="11868" y="19327"/>
                    <a:pt x="11931" y="19362"/>
                  </a:cubicBezTo>
                  <a:cubicBezTo>
                    <a:pt x="11937" y="19365"/>
                    <a:pt x="11942" y="19370"/>
                    <a:pt x="11948" y="19372"/>
                  </a:cubicBezTo>
                  <a:lnTo>
                    <a:pt x="16061" y="21450"/>
                  </a:lnTo>
                  <a:cubicBezTo>
                    <a:pt x="16207" y="21525"/>
                    <a:pt x="16373" y="21563"/>
                    <a:pt x="16536" y="21563"/>
                  </a:cubicBezTo>
                  <a:cubicBezTo>
                    <a:pt x="16700" y="21563"/>
                    <a:pt x="16866" y="21525"/>
                    <a:pt x="17012" y="21450"/>
                  </a:cubicBezTo>
                  <a:lnTo>
                    <a:pt x="21125" y="19372"/>
                  </a:lnTo>
                  <a:cubicBezTo>
                    <a:pt x="21420" y="19224"/>
                    <a:pt x="21600" y="18950"/>
                    <a:pt x="21600" y="18652"/>
                  </a:cubicBezTo>
                  <a:lnTo>
                    <a:pt x="21600" y="14497"/>
                  </a:lnTo>
                  <a:cubicBezTo>
                    <a:pt x="21600" y="14199"/>
                    <a:pt x="21420" y="13923"/>
                    <a:pt x="21125" y="13776"/>
                  </a:cubicBezTo>
                  <a:lnTo>
                    <a:pt x="17012" y="11698"/>
                  </a:lnTo>
                  <a:cubicBezTo>
                    <a:pt x="17012" y="11698"/>
                    <a:pt x="16997" y="11693"/>
                    <a:pt x="16992" y="11690"/>
                  </a:cubicBezTo>
                  <a:cubicBezTo>
                    <a:pt x="16926" y="11660"/>
                    <a:pt x="16860" y="11635"/>
                    <a:pt x="16789" y="11617"/>
                  </a:cubicBezTo>
                  <a:cubicBezTo>
                    <a:pt x="16778" y="11615"/>
                    <a:pt x="16769" y="11615"/>
                    <a:pt x="16758" y="11613"/>
                  </a:cubicBezTo>
                  <a:cubicBezTo>
                    <a:pt x="16692" y="11598"/>
                    <a:pt x="16623" y="11590"/>
                    <a:pt x="16557" y="11590"/>
                  </a:cubicBezTo>
                  <a:lnTo>
                    <a:pt x="16526" y="11590"/>
                  </a:lnTo>
                  <a:cubicBezTo>
                    <a:pt x="16455" y="11590"/>
                    <a:pt x="16384" y="11600"/>
                    <a:pt x="16311" y="11615"/>
                  </a:cubicBezTo>
                  <a:cubicBezTo>
                    <a:pt x="16297" y="11618"/>
                    <a:pt x="16282" y="11623"/>
                    <a:pt x="16269" y="11625"/>
                  </a:cubicBezTo>
                  <a:cubicBezTo>
                    <a:pt x="16198" y="11643"/>
                    <a:pt x="16129" y="11668"/>
                    <a:pt x="16060" y="11700"/>
                  </a:cubicBezTo>
                  <a:lnTo>
                    <a:pt x="14002" y="12739"/>
                  </a:lnTo>
                  <a:cubicBezTo>
                    <a:pt x="13209" y="13139"/>
                    <a:pt x="12222" y="13139"/>
                    <a:pt x="11427" y="12739"/>
                  </a:cubicBezTo>
                  <a:cubicBezTo>
                    <a:pt x="10634" y="12339"/>
                    <a:pt x="10139" y="11590"/>
                    <a:pt x="10139" y="10789"/>
                  </a:cubicBezTo>
                  <a:cubicBezTo>
                    <a:pt x="10139" y="9987"/>
                    <a:pt x="10631" y="9240"/>
                    <a:pt x="11427" y="8838"/>
                  </a:cubicBezTo>
                  <a:lnTo>
                    <a:pt x="11424" y="882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101" name="Google Shape;101;p19"/>
            <p:cNvSpPr/>
            <p:nvPr/>
          </p:nvSpPr>
          <p:spPr>
            <a:xfrm>
              <a:off x="21" y="0"/>
              <a:ext cx="208872" cy="174385"/>
            </a:xfrm>
            <a:custGeom>
              <a:rect b="b" l="l" r="r" t="t"/>
              <a:pathLst>
                <a:path extrusionOk="0" h="21549" w="21600">
                  <a:moveTo>
                    <a:pt x="474" y="18555"/>
                  </a:moveTo>
                  <a:lnTo>
                    <a:pt x="4587" y="21395"/>
                  </a:lnTo>
                  <a:cubicBezTo>
                    <a:pt x="4733" y="21497"/>
                    <a:pt x="4899" y="21549"/>
                    <a:pt x="5063" y="21549"/>
                  </a:cubicBezTo>
                  <a:cubicBezTo>
                    <a:pt x="5226" y="21549"/>
                    <a:pt x="5392" y="21497"/>
                    <a:pt x="5538" y="21395"/>
                  </a:cubicBezTo>
                  <a:lnTo>
                    <a:pt x="9651" y="18555"/>
                  </a:lnTo>
                  <a:cubicBezTo>
                    <a:pt x="9651" y="18555"/>
                    <a:pt x="9662" y="18545"/>
                    <a:pt x="9668" y="18542"/>
                  </a:cubicBezTo>
                  <a:cubicBezTo>
                    <a:pt x="9731" y="18498"/>
                    <a:pt x="9790" y="18442"/>
                    <a:pt x="9842" y="18381"/>
                  </a:cubicBezTo>
                  <a:cubicBezTo>
                    <a:pt x="9851" y="18371"/>
                    <a:pt x="9857" y="18361"/>
                    <a:pt x="9866" y="18351"/>
                  </a:cubicBezTo>
                  <a:cubicBezTo>
                    <a:pt x="9912" y="18292"/>
                    <a:pt x="9952" y="18227"/>
                    <a:pt x="9989" y="18159"/>
                  </a:cubicBezTo>
                  <a:cubicBezTo>
                    <a:pt x="9995" y="18148"/>
                    <a:pt x="10001" y="18139"/>
                    <a:pt x="10006" y="18124"/>
                  </a:cubicBezTo>
                  <a:cubicBezTo>
                    <a:pt x="10041" y="18049"/>
                    <a:pt x="10070" y="17970"/>
                    <a:pt x="10090" y="17885"/>
                  </a:cubicBezTo>
                  <a:cubicBezTo>
                    <a:pt x="10095" y="17868"/>
                    <a:pt x="10099" y="17850"/>
                    <a:pt x="10101" y="17830"/>
                  </a:cubicBezTo>
                  <a:cubicBezTo>
                    <a:pt x="10117" y="17745"/>
                    <a:pt x="10130" y="17656"/>
                    <a:pt x="10130" y="17564"/>
                  </a:cubicBezTo>
                  <a:lnTo>
                    <a:pt x="10130" y="14725"/>
                  </a:lnTo>
                  <a:cubicBezTo>
                    <a:pt x="10130" y="13630"/>
                    <a:pt x="10622" y="12608"/>
                    <a:pt x="11418" y="12061"/>
                  </a:cubicBezTo>
                  <a:cubicBezTo>
                    <a:pt x="12214" y="11515"/>
                    <a:pt x="13198" y="11515"/>
                    <a:pt x="13994" y="12061"/>
                  </a:cubicBezTo>
                  <a:lnTo>
                    <a:pt x="16052" y="13481"/>
                  </a:lnTo>
                  <a:cubicBezTo>
                    <a:pt x="16118" y="13525"/>
                    <a:pt x="16189" y="13560"/>
                    <a:pt x="16261" y="13584"/>
                  </a:cubicBezTo>
                  <a:cubicBezTo>
                    <a:pt x="16276" y="13590"/>
                    <a:pt x="16290" y="13594"/>
                    <a:pt x="16307" y="13597"/>
                  </a:cubicBezTo>
                  <a:cubicBezTo>
                    <a:pt x="16378" y="13617"/>
                    <a:pt x="16447" y="13627"/>
                    <a:pt x="16522" y="13631"/>
                  </a:cubicBezTo>
                  <a:lnTo>
                    <a:pt x="16533" y="13631"/>
                  </a:lnTo>
                  <a:cubicBezTo>
                    <a:pt x="16542" y="13631"/>
                    <a:pt x="16547" y="13627"/>
                    <a:pt x="16556" y="13627"/>
                  </a:cubicBezTo>
                  <a:cubicBezTo>
                    <a:pt x="16622" y="13627"/>
                    <a:pt x="16688" y="13614"/>
                    <a:pt x="16753" y="13597"/>
                  </a:cubicBezTo>
                  <a:cubicBezTo>
                    <a:pt x="16764" y="13597"/>
                    <a:pt x="16777" y="13593"/>
                    <a:pt x="16788" y="13586"/>
                  </a:cubicBezTo>
                  <a:cubicBezTo>
                    <a:pt x="16859" y="13562"/>
                    <a:pt x="16925" y="13528"/>
                    <a:pt x="16992" y="13486"/>
                  </a:cubicBezTo>
                  <a:cubicBezTo>
                    <a:pt x="16997" y="13484"/>
                    <a:pt x="17006" y="13480"/>
                    <a:pt x="17012" y="13476"/>
                  </a:cubicBezTo>
                  <a:lnTo>
                    <a:pt x="21125" y="10637"/>
                  </a:lnTo>
                  <a:cubicBezTo>
                    <a:pt x="21420" y="10434"/>
                    <a:pt x="21600" y="10059"/>
                    <a:pt x="21600" y="9652"/>
                  </a:cubicBezTo>
                  <a:lnTo>
                    <a:pt x="21600" y="3975"/>
                  </a:lnTo>
                  <a:cubicBezTo>
                    <a:pt x="21600" y="3568"/>
                    <a:pt x="21420" y="3191"/>
                    <a:pt x="21125" y="2990"/>
                  </a:cubicBezTo>
                  <a:lnTo>
                    <a:pt x="17012" y="151"/>
                  </a:lnTo>
                  <a:cubicBezTo>
                    <a:pt x="16717" y="-51"/>
                    <a:pt x="16354" y="-51"/>
                    <a:pt x="16059" y="151"/>
                  </a:cubicBezTo>
                  <a:lnTo>
                    <a:pt x="11946" y="2990"/>
                  </a:lnTo>
                  <a:cubicBezTo>
                    <a:pt x="11946" y="2990"/>
                    <a:pt x="11935" y="3001"/>
                    <a:pt x="11929" y="3004"/>
                  </a:cubicBezTo>
                  <a:cubicBezTo>
                    <a:pt x="11867" y="3048"/>
                    <a:pt x="11807" y="3104"/>
                    <a:pt x="11754" y="3165"/>
                  </a:cubicBezTo>
                  <a:cubicBezTo>
                    <a:pt x="11745" y="3175"/>
                    <a:pt x="11740" y="3185"/>
                    <a:pt x="11731" y="3195"/>
                  </a:cubicBezTo>
                  <a:cubicBezTo>
                    <a:pt x="11685" y="3254"/>
                    <a:pt x="11645" y="3319"/>
                    <a:pt x="11607" y="3387"/>
                  </a:cubicBezTo>
                  <a:cubicBezTo>
                    <a:pt x="11602" y="3398"/>
                    <a:pt x="11596" y="3407"/>
                    <a:pt x="11591" y="3421"/>
                  </a:cubicBezTo>
                  <a:cubicBezTo>
                    <a:pt x="11556" y="3497"/>
                    <a:pt x="11527" y="3576"/>
                    <a:pt x="11507" y="3661"/>
                  </a:cubicBezTo>
                  <a:cubicBezTo>
                    <a:pt x="11501" y="3678"/>
                    <a:pt x="11498" y="3696"/>
                    <a:pt x="11496" y="3716"/>
                  </a:cubicBezTo>
                  <a:cubicBezTo>
                    <a:pt x="11478" y="3801"/>
                    <a:pt x="11467" y="3890"/>
                    <a:pt x="11467" y="3983"/>
                  </a:cubicBezTo>
                  <a:lnTo>
                    <a:pt x="11467" y="6822"/>
                  </a:lnTo>
                  <a:cubicBezTo>
                    <a:pt x="11467" y="7917"/>
                    <a:pt x="10975" y="8939"/>
                    <a:pt x="10179" y="9487"/>
                  </a:cubicBezTo>
                  <a:cubicBezTo>
                    <a:pt x="9386" y="10034"/>
                    <a:pt x="8398" y="10034"/>
                    <a:pt x="7602" y="9487"/>
                  </a:cubicBezTo>
                  <a:lnTo>
                    <a:pt x="5545" y="8067"/>
                  </a:lnTo>
                  <a:cubicBezTo>
                    <a:pt x="5479" y="8024"/>
                    <a:pt x="5408" y="7989"/>
                    <a:pt x="5335" y="7965"/>
                  </a:cubicBezTo>
                  <a:cubicBezTo>
                    <a:pt x="5321" y="7958"/>
                    <a:pt x="5306" y="7954"/>
                    <a:pt x="5290" y="7952"/>
                  </a:cubicBezTo>
                  <a:cubicBezTo>
                    <a:pt x="5219" y="7932"/>
                    <a:pt x="5146" y="7921"/>
                    <a:pt x="5075" y="7917"/>
                  </a:cubicBezTo>
                  <a:lnTo>
                    <a:pt x="5044" y="7917"/>
                  </a:lnTo>
                  <a:cubicBezTo>
                    <a:pt x="4975" y="7917"/>
                    <a:pt x="4909" y="7930"/>
                    <a:pt x="4843" y="7948"/>
                  </a:cubicBezTo>
                  <a:cubicBezTo>
                    <a:pt x="4832" y="7948"/>
                    <a:pt x="4820" y="7952"/>
                    <a:pt x="4812" y="7954"/>
                  </a:cubicBezTo>
                  <a:cubicBezTo>
                    <a:pt x="4741" y="7978"/>
                    <a:pt x="4675" y="8013"/>
                    <a:pt x="4608" y="8054"/>
                  </a:cubicBezTo>
                  <a:cubicBezTo>
                    <a:pt x="4603" y="8058"/>
                    <a:pt x="4594" y="8061"/>
                    <a:pt x="4588" y="8065"/>
                  </a:cubicBezTo>
                  <a:lnTo>
                    <a:pt x="475" y="10904"/>
                  </a:lnTo>
                  <a:cubicBezTo>
                    <a:pt x="180" y="11106"/>
                    <a:pt x="0" y="11481"/>
                    <a:pt x="0" y="11889"/>
                  </a:cubicBezTo>
                  <a:lnTo>
                    <a:pt x="0" y="17566"/>
                  </a:lnTo>
                  <a:cubicBezTo>
                    <a:pt x="0" y="17973"/>
                    <a:pt x="180" y="18349"/>
                    <a:pt x="475" y="18550"/>
                  </a:cubicBezTo>
                  <a:lnTo>
                    <a:pt x="475" y="1855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  <p:sp>
          <p:nvSpPr>
            <p:cNvPr id="102" name="Google Shape;102;p19"/>
            <p:cNvSpPr/>
            <p:nvPr/>
          </p:nvSpPr>
          <p:spPr>
            <a:xfrm>
              <a:off x="0" y="191974"/>
              <a:ext cx="208818" cy="174385"/>
            </a:xfrm>
            <a:custGeom>
              <a:rect b="b" l="l" r="r" t="t"/>
              <a:pathLst>
                <a:path extrusionOk="0" h="21549" w="21600">
                  <a:moveTo>
                    <a:pt x="21127" y="10907"/>
                  </a:moveTo>
                  <a:lnTo>
                    <a:pt x="17013" y="8067"/>
                  </a:lnTo>
                  <a:cubicBezTo>
                    <a:pt x="17013" y="8067"/>
                    <a:pt x="16998" y="8061"/>
                    <a:pt x="16993" y="8057"/>
                  </a:cubicBezTo>
                  <a:cubicBezTo>
                    <a:pt x="16927" y="8016"/>
                    <a:pt x="16861" y="7982"/>
                    <a:pt x="16789" y="7958"/>
                  </a:cubicBezTo>
                  <a:cubicBezTo>
                    <a:pt x="16778" y="7954"/>
                    <a:pt x="16765" y="7952"/>
                    <a:pt x="16754" y="7948"/>
                  </a:cubicBezTo>
                  <a:cubicBezTo>
                    <a:pt x="16689" y="7930"/>
                    <a:pt x="16623" y="7917"/>
                    <a:pt x="16554" y="7917"/>
                  </a:cubicBezTo>
                  <a:lnTo>
                    <a:pt x="16523" y="7917"/>
                  </a:lnTo>
                  <a:cubicBezTo>
                    <a:pt x="16451" y="7917"/>
                    <a:pt x="16379" y="7930"/>
                    <a:pt x="16308" y="7952"/>
                  </a:cubicBezTo>
                  <a:cubicBezTo>
                    <a:pt x="16293" y="7956"/>
                    <a:pt x="16279" y="7962"/>
                    <a:pt x="16264" y="7965"/>
                  </a:cubicBezTo>
                  <a:cubicBezTo>
                    <a:pt x="16193" y="7989"/>
                    <a:pt x="16124" y="8024"/>
                    <a:pt x="16055" y="8067"/>
                  </a:cubicBezTo>
                  <a:lnTo>
                    <a:pt x="13997" y="9487"/>
                  </a:lnTo>
                  <a:cubicBezTo>
                    <a:pt x="13204" y="10034"/>
                    <a:pt x="12216" y="10034"/>
                    <a:pt x="11423" y="9487"/>
                  </a:cubicBezTo>
                  <a:cubicBezTo>
                    <a:pt x="10627" y="8940"/>
                    <a:pt x="10135" y="7917"/>
                    <a:pt x="10135" y="6822"/>
                  </a:cubicBezTo>
                  <a:lnTo>
                    <a:pt x="10135" y="3983"/>
                  </a:lnTo>
                  <a:cubicBezTo>
                    <a:pt x="10135" y="3891"/>
                    <a:pt x="10123" y="3802"/>
                    <a:pt x="10106" y="3716"/>
                  </a:cubicBezTo>
                  <a:cubicBezTo>
                    <a:pt x="10103" y="3698"/>
                    <a:pt x="10100" y="3678"/>
                    <a:pt x="10094" y="3661"/>
                  </a:cubicBezTo>
                  <a:cubicBezTo>
                    <a:pt x="10074" y="3578"/>
                    <a:pt x="10045" y="3497"/>
                    <a:pt x="10011" y="3421"/>
                  </a:cubicBezTo>
                  <a:cubicBezTo>
                    <a:pt x="10005" y="3411"/>
                    <a:pt x="10000" y="3402"/>
                    <a:pt x="9994" y="3387"/>
                  </a:cubicBezTo>
                  <a:cubicBezTo>
                    <a:pt x="9960" y="3319"/>
                    <a:pt x="9920" y="3254"/>
                    <a:pt x="9871" y="3195"/>
                  </a:cubicBezTo>
                  <a:cubicBezTo>
                    <a:pt x="9862" y="3185"/>
                    <a:pt x="9856" y="3175"/>
                    <a:pt x="9848" y="3165"/>
                  </a:cubicBezTo>
                  <a:cubicBezTo>
                    <a:pt x="9797" y="3104"/>
                    <a:pt x="9737" y="3052"/>
                    <a:pt x="9674" y="3004"/>
                  </a:cubicBezTo>
                  <a:cubicBezTo>
                    <a:pt x="9668" y="3000"/>
                    <a:pt x="9662" y="2993"/>
                    <a:pt x="9657" y="2990"/>
                  </a:cubicBezTo>
                  <a:lnTo>
                    <a:pt x="5543" y="151"/>
                  </a:lnTo>
                  <a:cubicBezTo>
                    <a:pt x="5248" y="-51"/>
                    <a:pt x="4885" y="-51"/>
                    <a:pt x="4590" y="151"/>
                  </a:cubicBezTo>
                  <a:lnTo>
                    <a:pt x="476" y="2990"/>
                  </a:lnTo>
                  <a:cubicBezTo>
                    <a:pt x="180" y="3193"/>
                    <a:pt x="0" y="3568"/>
                    <a:pt x="0" y="3975"/>
                  </a:cubicBezTo>
                  <a:lnTo>
                    <a:pt x="0" y="9652"/>
                  </a:lnTo>
                  <a:cubicBezTo>
                    <a:pt x="0" y="10059"/>
                    <a:pt x="180" y="10436"/>
                    <a:pt x="476" y="10637"/>
                  </a:cubicBezTo>
                  <a:lnTo>
                    <a:pt x="4590" y="13476"/>
                  </a:lnTo>
                  <a:cubicBezTo>
                    <a:pt x="4590" y="13476"/>
                    <a:pt x="4604" y="13482"/>
                    <a:pt x="4610" y="13486"/>
                  </a:cubicBezTo>
                  <a:cubicBezTo>
                    <a:pt x="4675" y="13528"/>
                    <a:pt x="4741" y="13561"/>
                    <a:pt x="4810" y="13585"/>
                  </a:cubicBezTo>
                  <a:cubicBezTo>
                    <a:pt x="4821" y="13589"/>
                    <a:pt x="4833" y="13592"/>
                    <a:pt x="4845" y="13596"/>
                  </a:cubicBezTo>
                  <a:cubicBezTo>
                    <a:pt x="4910" y="13613"/>
                    <a:pt x="4974" y="13623"/>
                    <a:pt x="5042" y="13626"/>
                  </a:cubicBezTo>
                  <a:cubicBezTo>
                    <a:pt x="5051" y="13626"/>
                    <a:pt x="5058" y="13629"/>
                    <a:pt x="5065" y="13629"/>
                  </a:cubicBezTo>
                  <a:lnTo>
                    <a:pt x="5076" y="13629"/>
                  </a:lnTo>
                  <a:cubicBezTo>
                    <a:pt x="5147" y="13629"/>
                    <a:pt x="5220" y="13615"/>
                    <a:pt x="5288" y="13594"/>
                  </a:cubicBezTo>
                  <a:cubicBezTo>
                    <a:pt x="5302" y="13590"/>
                    <a:pt x="5319" y="13584"/>
                    <a:pt x="5333" y="13581"/>
                  </a:cubicBezTo>
                  <a:cubicBezTo>
                    <a:pt x="5405" y="13557"/>
                    <a:pt x="5474" y="13522"/>
                    <a:pt x="5543" y="13478"/>
                  </a:cubicBezTo>
                  <a:lnTo>
                    <a:pt x="7601" y="12059"/>
                  </a:lnTo>
                  <a:cubicBezTo>
                    <a:pt x="8397" y="11512"/>
                    <a:pt x="9382" y="11512"/>
                    <a:pt x="10178" y="12059"/>
                  </a:cubicBezTo>
                  <a:cubicBezTo>
                    <a:pt x="10971" y="12606"/>
                    <a:pt x="11467" y="13629"/>
                    <a:pt x="11467" y="14724"/>
                  </a:cubicBezTo>
                  <a:lnTo>
                    <a:pt x="11467" y="17563"/>
                  </a:lnTo>
                  <a:cubicBezTo>
                    <a:pt x="11467" y="17655"/>
                    <a:pt x="11478" y="17744"/>
                    <a:pt x="11495" y="17830"/>
                  </a:cubicBezTo>
                  <a:cubicBezTo>
                    <a:pt x="11499" y="17848"/>
                    <a:pt x="11501" y="17868"/>
                    <a:pt x="11507" y="17885"/>
                  </a:cubicBezTo>
                  <a:cubicBezTo>
                    <a:pt x="11527" y="17967"/>
                    <a:pt x="11556" y="18049"/>
                    <a:pt x="11590" y="18124"/>
                  </a:cubicBezTo>
                  <a:cubicBezTo>
                    <a:pt x="11596" y="18135"/>
                    <a:pt x="11601" y="18144"/>
                    <a:pt x="11607" y="18159"/>
                  </a:cubicBezTo>
                  <a:cubicBezTo>
                    <a:pt x="11641" y="18227"/>
                    <a:pt x="11681" y="18292"/>
                    <a:pt x="11730" y="18351"/>
                  </a:cubicBezTo>
                  <a:cubicBezTo>
                    <a:pt x="11739" y="18361"/>
                    <a:pt x="11745" y="18371"/>
                    <a:pt x="11753" y="18381"/>
                  </a:cubicBezTo>
                  <a:cubicBezTo>
                    <a:pt x="11804" y="18442"/>
                    <a:pt x="11864" y="18494"/>
                    <a:pt x="11928" y="18542"/>
                  </a:cubicBezTo>
                  <a:cubicBezTo>
                    <a:pt x="11933" y="18546"/>
                    <a:pt x="11939" y="18553"/>
                    <a:pt x="11945" y="18555"/>
                  </a:cubicBezTo>
                  <a:lnTo>
                    <a:pt x="16059" y="21395"/>
                  </a:lnTo>
                  <a:cubicBezTo>
                    <a:pt x="16205" y="21497"/>
                    <a:pt x="16371" y="21549"/>
                    <a:pt x="16535" y="21549"/>
                  </a:cubicBezTo>
                  <a:cubicBezTo>
                    <a:pt x="16699" y="21549"/>
                    <a:pt x="16865" y="21497"/>
                    <a:pt x="17010" y="21395"/>
                  </a:cubicBezTo>
                  <a:lnTo>
                    <a:pt x="21124" y="18555"/>
                  </a:lnTo>
                  <a:cubicBezTo>
                    <a:pt x="21420" y="18353"/>
                    <a:pt x="21600" y="17978"/>
                    <a:pt x="21600" y="17571"/>
                  </a:cubicBezTo>
                  <a:lnTo>
                    <a:pt x="21600" y="11894"/>
                  </a:lnTo>
                  <a:cubicBezTo>
                    <a:pt x="21600" y="11487"/>
                    <a:pt x="21420" y="11110"/>
                    <a:pt x="21124" y="10909"/>
                  </a:cubicBezTo>
                  <a:lnTo>
                    <a:pt x="21127" y="1090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19050" lIns="19050" spcFirstLastPara="1" rIns="19050" wrap="square" tIns="190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Inter Tight Medium"/>
                <a:buNone/>
              </a:pPr>
              <a:r>
                <a:t/>
              </a:r>
              <a:endParaRPr b="0" i="0" sz="900" u="none" cap="none" strike="noStrike">
                <a:solidFill>
                  <a:srgbClr val="FFFFFF"/>
                </a:solidFill>
                <a:latin typeface="Inter Tight"/>
                <a:ea typeface="Inter Tight"/>
                <a:cs typeface="Inter Tight"/>
                <a:sym typeface="Inter Tight"/>
              </a:endParaRPr>
            </a:p>
          </p:txBody>
        </p:sp>
      </p:grpSp>
      <p:sp>
        <p:nvSpPr>
          <p:cNvPr id="103" name="Google Shape;103;p19"/>
          <p:cNvSpPr txBox="1"/>
          <p:nvPr>
            <p:ph idx="12" type="sldNum"/>
          </p:nvPr>
        </p:nvSpPr>
        <p:spPr>
          <a:xfrm>
            <a:off x="8795357" y="4924425"/>
            <a:ext cx="2340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1pPr>
            <a:lvl2pPr indent="0" lvl="1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2pPr>
            <a:lvl3pPr indent="0" lvl="2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3pPr>
            <a:lvl4pPr indent="0" lvl="3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4pPr>
            <a:lvl5pPr indent="0" lvl="4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5pPr>
            <a:lvl6pPr indent="0" lvl="5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6pPr>
            <a:lvl7pPr indent="0" lvl="6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7pPr>
            <a:lvl8pPr indent="0" lvl="7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8pPr>
            <a:lvl9pPr indent="0" lvl="8" mar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Inter Tight"/>
              <a:buNone/>
              <a:defRPr b="1" sz="6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sz="14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3317032" y="4931568"/>
            <a:ext cx="2510100" cy="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A8C93"/>
              </a:buClr>
              <a:buSzPts val="500"/>
              <a:buFont typeface="Inter Tight"/>
              <a:buNone/>
            </a:pPr>
            <a:r>
              <a:rPr b="0" i="0" lang="en" sz="500" u="none" cap="none" strike="noStrike">
                <a:solidFill>
                  <a:srgbClr val="8A8C93"/>
                </a:solidFill>
                <a:latin typeface="Inter Tight"/>
                <a:ea typeface="Inter Tight"/>
                <a:cs typeface="Inter Tight"/>
                <a:sym typeface="Inter Tight"/>
              </a:rPr>
              <a:t>PROPRIETARY &amp; CONFIDENTIAL</a:t>
            </a:r>
            <a:endParaRPr sz="500"/>
          </a:p>
        </p:txBody>
      </p:sp>
      <p:sp>
        <p:nvSpPr>
          <p:cNvPr id="105" name="Google Shape;105;p19"/>
          <p:cNvSpPr/>
          <p:nvPr/>
        </p:nvSpPr>
        <p:spPr>
          <a:xfrm>
            <a:off x="0" y="0"/>
            <a:ext cx="9030258" cy="4802706"/>
          </a:xfrm>
          <a:custGeom>
            <a:rect b="b" l="l" r="r" t="t"/>
            <a:pathLst>
              <a:path extrusionOk="0" h="21600" w="21600">
                <a:moveTo>
                  <a:pt x="21031" y="21600"/>
                </a:moveTo>
                <a:lnTo>
                  <a:pt x="0" y="21600"/>
                </a:lnTo>
                <a:lnTo>
                  <a:pt x="0" y="21579"/>
                </a:lnTo>
                <a:lnTo>
                  <a:pt x="21026" y="21579"/>
                </a:lnTo>
                <a:lnTo>
                  <a:pt x="21589" y="20521"/>
                </a:lnTo>
                <a:lnTo>
                  <a:pt x="21589" y="0"/>
                </a:lnTo>
                <a:lnTo>
                  <a:pt x="21600" y="0"/>
                </a:lnTo>
                <a:lnTo>
                  <a:pt x="21600" y="20530"/>
                </a:lnTo>
                <a:lnTo>
                  <a:pt x="21031" y="21600"/>
                </a:lnTo>
                <a:close/>
              </a:path>
            </a:pathLst>
          </a:custGeom>
          <a:solidFill>
            <a:srgbClr val="929292"/>
          </a:solidFill>
          <a:ln>
            <a:noFill/>
          </a:ln>
        </p:spPr>
        <p:txBody>
          <a:bodyPr anchorCtr="0" anchor="ctr" bIns="19050" lIns="19050" spcFirstLastPara="1" rIns="19050" wrap="square" tIns="190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nter Tight Medium"/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Inter Tight Medium"/>
              <a:ea typeface="Inter Tight Medium"/>
              <a:cs typeface="Inter Tight Medium"/>
              <a:sym typeface="Inter Tight Medium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6.png"/><Relationship Id="rId4" Type="http://schemas.openxmlformats.org/officeDocument/2006/relationships/image" Target="../media/image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3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Relationship Id="rId4" Type="http://schemas.openxmlformats.org/officeDocument/2006/relationships/image" Target="../media/image4.png"/><Relationship Id="rId5" Type="http://schemas.openxmlformats.org/officeDocument/2006/relationships/image" Target="../media/image40.png"/><Relationship Id="rId6" Type="http://schemas.openxmlformats.org/officeDocument/2006/relationships/image" Target="../media/image42.png"/><Relationship Id="rId7" Type="http://schemas.openxmlformats.org/officeDocument/2006/relationships/image" Target="../media/image41.png"/><Relationship Id="rId8" Type="http://schemas.openxmlformats.org/officeDocument/2006/relationships/image" Target="../media/image43.png"/><Relationship Id="rId9" Type="http://schemas.openxmlformats.org/officeDocument/2006/relationships/image" Target="../media/image45.png"/><Relationship Id="rId10" Type="http://schemas.openxmlformats.org/officeDocument/2006/relationships/image" Target="../media/image44.png"/><Relationship Id="rId11" Type="http://schemas.openxmlformats.org/officeDocument/2006/relationships/image" Target="../media/image4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192025" y="3253642"/>
            <a:ext cx="8211300" cy="184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From one task to a self-running system</a:t>
            </a:r>
            <a:endParaRPr sz="36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rPr lang="en" sz="1400">
                <a:solidFill>
                  <a:srgbClr val="D9D9D9"/>
                </a:solidFill>
                <a:latin typeface="Geist"/>
                <a:ea typeface="Geist"/>
                <a:cs typeface="Geist"/>
                <a:sym typeface="Geist"/>
              </a:rPr>
              <a:t>Automations, plugins and dynamic workflows on your payments service</a:t>
            </a:r>
            <a:endParaRPr sz="1400">
              <a:solidFill>
                <a:srgbClr val="D9D9D9"/>
              </a:solidFill>
              <a:latin typeface="Geist"/>
              <a:ea typeface="Geist"/>
              <a:cs typeface="Geist"/>
              <a:sym typeface="Geist"/>
            </a:endParaRPr>
          </a:p>
        </p:txBody>
      </p:sp>
      <p:sp>
        <p:nvSpPr>
          <p:cNvPr id="111" name="Google Shape;111;p20"/>
          <p:cNvSpPr txBox="1"/>
          <p:nvPr>
            <p:ph idx="3" type="subTitle"/>
          </p:nvPr>
        </p:nvSpPr>
        <p:spPr>
          <a:xfrm>
            <a:off x="6819466" y="109725"/>
            <a:ext cx="2136000" cy="118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Access Group  ·  Devin advanced workshop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CFCF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5"/>
          <p:cNvSpPr/>
          <p:nvPr/>
        </p:nvSpPr>
        <p:spPr>
          <a:xfrm>
            <a:off x="238125" y="552450"/>
            <a:ext cx="315277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86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23"/>
              <a:buFont typeface="Geist"/>
              <a:buNone/>
            </a:pPr>
            <a:r>
              <a:rPr lang="en" sz="2423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  <a:t>Automation Triggers</a:t>
            </a:r>
            <a:br>
              <a:rPr lang="en" sz="2423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</a:br>
            <a:endParaRPr sz="2423">
              <a:solidFill>
                <a:srgbClr val="141414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25" name="Google Shape;325;p25"/>
          <p:cNvSpPr/>
          <p:nvPr/>
        </p:nvSpPr>
        <p:spPr>
          <a:xfrm>
            <a:off x="238125" y="4943475"/>
            <a:ext cx="641237" cy="123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6" name="Google Shape;32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5"/>
          <p:cNvSpPr/>
          <p:nvPr/>
        </p:nvSpPr>
        <p:spPr>
          <a:xfrm>
            <a:off x="3514725" y="4962525"/>
            <a:ext cx="881063" cy="85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8" name="Google Shape;32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063" y="0"/>
            <a:ext cx="4763" cy="486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29" name="Google Shape;329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24938" y="0"/>
            <a:ext cx="4763" cy="490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5"/>
          <p:cNvSpPr/>
          <p:nvPr/>
        </p:nvSpPr>
        <p:spPr>
          <a:xfrm>
            <a:off x="8734425" y="238125"/>
            <a:ext cx="171450" cy="85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1" name="Google Shape;331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8125" y="1404938"/>
            <a:ext cx="4295775" cy="3357563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5"/>
          <p:cNvSpPr/>
          <p:nvPr/>
        </p:nvSpPr>
        <p:spPr>
          <a:xfrm>
            <a:off x="504825" y="2309813"/>
            <a:ext cx="9525" cy="85725"/>
          </a:xfrm>
          <a:prstGeom prst="rect">
            <a:avLst/>
          </a:prstGeom>
          <a:solidFill>
            <a:srgbClr val="2600FF"/>
          </a:solidFill>
          <a:ln cap="flat" cmpd="sng" w="9525">
            <a:solidFill>
              <a:srgbClr val="26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5"/>
          <p:cNvSpPr/>
          <p:nvPr/>
        </p:nvSpPr>
        <p:spPr>
          <a:xfrm>
            <a:off x="666750" y="2271713"/>
            <a:ext cx="36004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SemiBold"/>
                <a:ea typeface="Geist SemiBold"/>
                <a:cs typeface="Geist SemiBold"/>
                <a:sym typeface="Geist SemiBold"/>
              </a:rPr>
              <a:t>Custom webhooks. </a:t>
            </a:r>
            <a: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Any external system that POSTs an event.</a:t>
            </a:r>
            <a:b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/>
          <p:nvPr/>
        </p:nvSpPr>
        <p:spPr>
          <a:xfrm>
            <a:off x="504825" y="2852738"/>
            <a:ext cx="9525" cy="85725"/>
          </a:xfrm>
          <a:prstGeom prst="rect">
            <a:avLst/>
          </a:prstGeom>
          <a:solidFill>
            <a:srgbClr val="2600FF"/>
          </a:solidFill>
          <a:ln cap="flat" cmpd="sng" w="9525">
            <a:solidFill>
              <a:srgbClr val="26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666750" y="2814638"/>
            <a:ext cx="36004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SemiBold"/>
                <a:ea typeface="Geist SemiBold"/>
                <a:cs typeface="Geist SemiBold"/>
                <a:sym typeface="Geist SemiBold"/>
              </a:rPr>
              <a:t>Schedules. </a:t>
            </a:r>
            <a: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  <a:t>Daily, weekly, or custom intervals (replaces current scheduled-sessions flow).</a:t>
            </a:r>
            <a:b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5"/>
          <p:cNvSpPr/>
          <p:nvPr/>
        </p:nvSpPr>
        <p:spPr>
          <a:xfrm>
            <a:off x="504825" y="3395663"/>
            <a:ext cx="9525" cy="85725"/>
          </a:xfrm>
          <a:prstGeom prst="rect">
            <a:avLst/>
          </a:prstGeom>
          <a:solidFill>
            <a:srgbClr val="2600FF"/>
          </a:solidFill>
          <a:ln cap="flat" cmpd="sng" w="9525">
            <a:solidFill>
              <a:srgbClr val="26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666750" y="3357563"/>
            <a:ext cx="36004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SemiBold"/>
                <a:ea typeface="Geist SemiBold"/>
                <a:cs typeface="Geist SemiBold"/>
                <a:sym typeface="Geist SemiBold"/>
              </a:rPr>
              <a:t>Github Events.</a:t>
            </a:r>
            <a:r>
              <a:rPr b="1" i="0" lang="en" sz="998" u="none" cap="none" strike="noStrike">
                <a:solidFill>
                  <a:srgbClr val="141414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  <a:t>PR opened, issue activity, or CI results.</a:t>
            </a:r>
            <a:b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504825" y="3752850"/>
            <a:ext cx="9525" cy="85725"/>
          </a:xfrm>
          <a:prstGeom prst="rect">
            <a:avLst/>
          </a:prstGeom>
          <a:solidFill>
            <a:srgbClr val="2600FF"/>
          </a:solidFill>
          <a:ln cap="flat" cmpd="sng" w="9525">
            <a:solidFill>
              <a:srgbClr val="26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25"/>
          <p:cNvSpPr/>
          <p:nvPr/>
        </p:nvSpPr>
        <p:spPr>
          <a:xfrm>
            <a:off x="666750" y="3714750"/>
            <a:ext cx="36004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SemiBold"/>
                <a:ea typeface="Geist SemiBold"/>
                <a:cs typeface="Geist SemiBold"/>
                <a:sym typeface="Geist SemiBold"/>
              </a:rPr>
              <a:t>Slack Events. </a:t>
            </a:r>
            <a: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  <a:t>Message posted in a channel or alert firing.</a:t>
            </a:r>
            <a:b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5"/>
          <p:cNvSpPr/>
          <p:nvPr/>
        </p:nvSpPr>
        <p:spPr>
          <a:xfrm>
            <a:off x="504825" y="4110038"/>
            <a:ext cx="9525" cy="85725"/>
          </a:xfrm>
          <a:prstGeom prst="rect">
            <a:avLst/>
          </a:prstGeom>
          <a:solidFill>
            <a:srgbClr val="2600FF"/>
          </a:solidFill>
          <a:ln cap="flat" cmpd="sng" w="9525">
            <a:solidFill>
              <a:srgbClr val="26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5"/>
          <p:cNvSpPr/>
          <p:nvPr/>
        </p:nvSpPr>
        <p:spPr>
          <a:xfrm>
            <a:off x="666750" y="4071938"/>
            <a:ext cx="36004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SemiBold"/>
                <a:ea typeface="Geist SemiBold"/>
                <a:cs typeface="Geist SemiBold"/>
                <a:sym typeface="Geist SemiBold"/>
              </a:rPr>
              <a:t>Linear Events.</a:t>
            </a:r>
            <a:r>
              <a:rPr b="0" i="0" lang="en" sz="998" u="none" cap="none" strike="noStrike">
                <a:solidFill>
                  <a:srgbClr val="141414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  <a:t>Tickets opened, state changes, etc.</a:t>
            </a:r>
            <a:br>
              <a:rPr b="0" i="0" lang="en" sz="998" u="none" cap="none" strike="noStrike">
                <a:solidFill>
                  <a:srgbClr val="7A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2" name="Google Shape;342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10100" y="1404938"/>
            <a:ext cx="4295775" cy="3357563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25"/>
          <p:cNvSpPr/>
          <p:nvPr/>
        </p:nvSpPr>
        <p:spPr>
          <a:xfrm>
            <a:off x="504825" y="1671638"/>
            <a:ext cx="99536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i="0" lang="en" sz="1140" u="none" cap="none" strike="noStrike">
                <a:solidFill>
                  <a:srgbClr val="000000"/>
                </a:solidFill>
                <a:latin typeface="Geist Medium"/>
                <a:ea typeface="Geist Medium"/>
                <a:cs typeface="Geist Medium"/>
                <a:sym typeface="Geist Medium"/>
              </a:rPr>
              <a:t>Input Sources</a:t>
            </a:r>
            <a:endParaRPr i="0" sz="1140" u="none" cap="none" strike="noStrike">
              <a:solidFill>
                <a:schemeClr val="dk1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4876800" y="1671638"/>
            <a:ext cx="20383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Autonomous Execution Loop</a:t>
            </a:r>
            <a:endParaRPr sz="1140"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45" name="Google Shape;345;p25"/>
          <p:cNvSpPr/>
          <p:nvPr/>
        </p:nvSpPr>
        <p:spPr>
          <a:xfrm>
            <a:off x="5334000" y="2271713"/>
            <a:ext cx="3043238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  <a:t>Investigation</a:t>
            </a:r>
            <a:endParaRPr i="0" sz="998" u="none" cap="none" strike="noStrike">
              <a:solidFill>
                <a:schemeClr val="dk1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46" name="Google Shape;346;p25"/>
          <p:cNvSpPr/>
          <p:nvPr/>
        </p:nvSpPr>
        <p:spPr>
          <a:xfrm>
            <a:off x="5334000" y="2495550"/>
            <a:ext cx="304323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997"/>
              <a:buFont typeface="Geist"/>
              <a:buNone/>
            </a:pPr>
            <a: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Devin reads the codebase and pulls context from connected systems (Datadog, Sentry, etc.).</a:t>
            </a:r>
            <a:b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5"/>
          <p:cNvSpPr/>
          <p:nvPr/>
        </p:nvSpPr>
        <p:spPr>
          <a:xfrm>
            <a:off x="5334000" y="3057525"/>
            <a:ext cx="3043238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lang="en" sz="998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  <a:t>Routing &amp; Triage</a:t>
            </a:r>
            <a:br>
              <a:rPr lang="en" sz="998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</a:br>
            <a:endParaRPr sz="998">
              <a:solidFill>
                <a:srgbClr val="141414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48" name="Google Shape;348;p25"/>
          <p:cNvSpPr/>
          <p:nvPr/>
        </p:nvSpPr>
        <p:spPr>
          <a:xfrm>
            <a:off x="5334000" y="3281363"/>
            <a:ext cx="304323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997"/>
              <a:buFont typeface="Geist"/>
              <a:buNone/>
            </a:pPr>
            <a: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Devin summarizes, deduplicates, and tags the appropriate owner.</a:t>
            </a:r>
            <a:b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9" name="Google Shape;349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76800" y="2271713"/>
            <a:ext cx="266700" cy="183832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5"/>
          <p:cNvSpPr/>
          <p:nvPr/>
        </p:nvSpPr>
        <p:spPr>
          <a:xfrm>
            <a:off x="5334000" y="3843338"/>
            <a:ext cx="3043238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997"/>
              <a:buFont typeface="Geist"/>
              <a:buNone/>
            </a:pPr>
            <a:r>
              <a:rPr lang="en" sz="998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  <a:t>Fixing</a:t>
            </a:r>
            <a:br>
              <a:rPr lang="en" sz="998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/>
          <p:nvPr/>
        </p:nvSpPr>
        <p:spPr>
          <a:xfrm>
            <a:off x="5334000" y="4067175"/>
            <a:ext cx="3043238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997"/>
              <a:buFont typeface="Geist"/>
              <a:buNone/>
            </a:pPr>
            <a: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Finally, Devin opens a PR when the resolution is verified and clear.</a:t>
            </a:r>
            <a:br>
              <a:rPr b="0" i="0" lang="en" sz="998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2" name="Google Shape;352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5078" y="2614613"/>
            <a:ext cx="70142" cy="371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53" name="Google Shape;353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5078" y="3400425"/>
            <a:ext cx="70142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5"/>
          <p:cNvSpPr/>
          <p:nvPr/>
        </p:nvSpPr>
        <p:spPr>
          <a:xfrm>
            <a:off x="238125" y="238125"/>
            <a:ext cx="4095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lang="en" sz="499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Appendix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CFCFC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"/>
          <p:cNvSpPr/>
          <p:nvPr/>
        </p:nvSpPr>
        <p:spPr>
          <a:xfrm>
            <a:off x="238125" y="552450"/>
            <a:ext cx="7449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86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423"/>
              <a:buFont typeface="Geist"/>
              <a:buNone/>
            </a:pPr>
            <a:r>
              <a:rPr lang="en" sz="2423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  <a:t>Event-Driven Use Cases with Devin Automations</a:t>
            </a:r>
            <a:br>
              <a:rPr lang="en" sz="2423">
                <a:solidFill>
                  <a:srgbClr val="141414"/>
                </a:solidFill>
                <a:latin typeface="Geist Medium"/>
                <a:ea typeface="Geist Medium"/>
                <a:cs typeface="Geist Medium"/>
                <a:sym typeface="Geist Medium"/>
              </a:rPr>
            </a:br>
            <a:endParaRPr sz="2423">
              <a:solidFill>
                <a:srgbClr val="141414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238125" y="4943475"/>
            <a:ext cx="641237" cy="123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2" name="Google Shape;36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6"/>
          <p:cNvSpPr/>
          <p:nvPr/>
        </p:nvSpPr>
        <p:spPr>
          <a:xfrm>
            <a:off x="3514725" y="4962525"/>
            <a:ext cx="881063" cy="85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4" name="Google Shape;364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063" y="0"/>
            <a:ext cx="4763" cy="486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5" name="Google Shape;365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24938" y="0"/>
            <a:ext cx="4763" cy="490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6"/>
          <p:cNvSpPr/>
          <p:nvPr/>
        </p:nvSpPr>
        <p:spPr>
          <a:xfrm>
            <a:off x="8734425" y="238125"/>
            <a:ext cx="171450" cy="85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7" name="Google Shape;367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38125" y="1404938"/>
            <a:ext cx="2838450" cy="16406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8" name="Google Shape;368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52775" y="1404938"/>
            <a:ext cx="2838450" cy="16406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9" name="Google Shape;369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67425" y="1404938"/>
            <a:ext cx="2838450" cy="16406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70" name="Google Shape;370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2888" y="3124200"/>
            <a:ext cx="2838450" cy="16406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71" name="Google Shape;37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52775" y="3121819"/>
            <a:ext cx="2838450" cy="16406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72" name="Google Shape;372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67425" y="3121819"/>
            <a:ext cx="2838450" cy="1640681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6"/>
          <p:cNvSpPr/>
          <p:nvPr/>
        </p:nvSpPr>
        <p:spPr>
          <a:xfrm>
            <a:off x="447675" y="3329000"/>
            <a:ext cx="17523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7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Unit Test Coverage</a:t>
            </a:r>
            <a:br>
              <a:rPr lang="en" sz="1140">
                <a:latin typeface="Geist Medium"/>
                <a:ea typeface="Geist Medium"/>
                <a:cs typeface="Geist Medium"/>
                <a:sym typeface="Geist Medium"/>
              </a:rPr>
            </a:br>
            <a:endParaRPr b="0" i="0" sz="9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6"/>
          <p:cNvSpPr/>
          <p:nvPr/>
        </p:nvSpPr>
        <p:spPr>
          <a:xfrm>
            <a:off x="3362325" y="3329000"/>
            <a:ext cx="17523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Project Management</a:t>
            </a:r>
            <a:br>
              <a:rPr lang="en" sz="1140">
                <a:latin typeface="Geist Medium"/>
                <a:ea typeface="Geist Medium"/>
                <a:cs typeface="Geist Medium"/>
                <a:sym typeface="Geist Medium"/>
              </a:rPr>
            </a:br>
            <a:endParaRPr sz="1140"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75" name="Google Shape;375;p26"/>
          <p:cNvSpPr/>
          <p:nvPr/>
        </p:nvSpPr>
        <p:spPr>
          <a:xfrm>
            <a:off x="6276975" y="3329000"/>
            <a:ext cx="22002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Communication Channels</a:t>
            </a:r>
            <a:br>
              <a:rPr lang="en" sz="1140">
                <a:latin typeface="Geist Medium"/>
                <a:ea typeface="Geist Medium"/>
                <a:cs typeface="Geist Medium"/>
                <a:sym typeface="Geist Medium"/>
              </a:rPr>
            </a:br>
            <a:endParaRPr sz="1140"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76" name="Google Shape;376;p26"/>
          <p:cNvSpPr/>
          <p:nvPr/>
        </p:nvSpPr>
        <p:spPr>
          <a:xfrm>
            <a:off x="3362325" y="1614500"/>
            <a:ext cx="2014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Incident Management</a:t>
            </a:r>
            <a:br>
              <a:rPr lang="en" sz="1140">
                <a:latin typeface="Geist Medium"/>
                <a:ea typeface="Geist Medium"/>
                <a:cs typeface="Geist Medium"/>
                <a:sym typeface="Geist Medium"/>
              </a:rPr>
            </a:br>
            <a:endParaRPr sz="1140"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77" name="Google Shape;377;p26"/>
          <p:cNvSpPr/>
          <p:nvPr/>
        </p:nvSpPr>
        <p:spPr>
          <a:xfrm>
            <a:off x="6276975" y="1614500"/>
            <a:ext cx="1633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"/>
              <a:buFont typeface="Geist"/>
              <a:buNone/>
            </a:pPr>
            <a:r>
              <a:rPr lang="en" sz="1140">
                <a:latin typeface="Geist Medium"/>
                <a:ea typeface="Geist Medium"/>
                <a:cs typeface="Geist Medium"/>
                <a:sym typeface="Geist Medium"/>
              </a:rPr>
              <a:t>Code Review</a:t>
            </a:r>
            <a:br>
              <a:rPr lang="en" sz="1140">
                <a:latin typeface="Geist Medium"/>
                <a:ea typeface="Geist Medium"/>
                <a:cs typeface="Geist Medium"/>
                <a:sym typeface="Geist Medium"/>
              </a:rPr>
            </a:br>
            <a:endParaRPr sz="1140"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78" name="Google Shape;378;p26"/>
          <p:cNvSpPr/>
          <p:nvPr/>
        </p:nvSpPr>
        <p:spPr>
          <a:xfrm>
            <a:off x="447675" y="1614488"/>
            <a:ext cx="2419350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6"/>
          <p:cNvSpPr/>
          <p:nvPr/>
        </p:nvSpPr>
        <p:spPr>
          <a:xfrm>
            <a:off x="447675" y="1614488"/>
            <a:ext cx="2419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9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7"/>
              <a:buFont typeface="Geist"/>
              <a:buNone/>
            </a:pPr>
            <a:r>
              <a:rPr i="0" lang="en" sz="998" u="none" cap="none" strike="noStrike">
                <a:solidFill>
                  <a:srgbClr val="000000"/>
                </a:solidFill>
                <a:latin typeface="Geist Medium"/>
                <a:ea typeface="Geist Medium"/>
                <a:cs typeface="Geist Medium"/>
                <a:sym typeface="Geist Medium"/>
              </a:rPr>
              <a:t>Vulnerability Remediation</a:t>
            </a:r>
            <a:endParaRPr i="0" sz="998" u="none" cap="none" strike="noStrike">
              <a:solidFill>
                <a:schemeClr val="dk1"/>
              </a:solidFill>
              <a:latin typeface="Geist Medium"/>
              <a:ea typeface="Geist Medium"/>
              <a:cs typeface="Geist Medium"/>
              <a:sym typeface="Geist Medium"/>
            </a:endParaRPr>
          </a:p>
        </p:txBody>
      </p:sp>
      <p:sp>
        <p:nvSpPr>
          <p:cNvPr id="380" name="Google Shape;380;p26"/>
          <p:cNvSpPr/>
          <p:nvPr/>
        </p:nvSpPr>
        <p:spPr>
          <a:xfrm>
            <a:off x="447675" y="18478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Automatically scan every PR for security risks. Have Devin scope + apply patches safely.</a:t>
            </a:r>
            <a:b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6"/>
          <p:cNvSpPr/>
          <p:nvPr/>
        </p:nvSpPr>
        <p:spPr>
          <a:xfrm>
            <a:off x="447675" y="35623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Check every PR for new, untested code. Have Devin automatically write + apply new tests.</a:t>
            </a:r>
            <a:b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6"/>
          <p:cNvSpPr/>
          <p:nvPr/>
        </p:nvSpPr>
        <p:spPr>
          <a:xfrm>
            <a:off x="3362325" y="35623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Assign a ticket to Devin for automatic scoping, planning, and execution.</a:t>
            </a:r>
            <a:b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6"/>
          <p:cNvSpPr/>
          <p:nvPr/>
        </p:nvSpPr>
        <p:spPr>
          <a:xfrm>
            <a:off x="6276975" y="35623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Just @Devin on Slack to assign a task. Have team members in-channel for visibility.</a:t>
            </a:r>
            <a:b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6"/>
          <p:cNvSpPr/>
          <p:nvPr/>
        </p:nvSpPr>
        <p:spPr>
          <a:xfrm>
            <a:off x="3362325" y="18478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Automate RCA and reduce MTTR by paging Devin instead of your teammates.</a:t>
            </a:r>
            <a:b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</a:b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6"/>
          <p:cNvSpPr/>
          <p:nvPr/>
        </p:nvSpPr>
        <p:spPr>
          <a:xfrm>
            <a:off x="7972425" y="2562225"/>
            <a:ext cx="4286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+ more...</a:t>
            </a: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6"/>
          <p:cNvSpPr/>
          <p:nvPr/>
        </p:nvSpPr>
        <p:spPr>
          <a:xfrm>
            <a:off x="1819275" y="4252913"/>
            <a:ext cx="9429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+ any framework...</a:t>
            </a: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6"/>
          <p:cNvSpPr/>
          <p:nvPr/>
        </p:nvSpPr>
        <p:spPr>
          <a:xfrm>
            <a:off x="6276975" y="1847850"/>
            <a:ext cx="24193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855"/>
              <a:buFont typeface="Geist"/>
              <a:buNone/>
            </a:pPr>
            <a:r>
              <a:rPr b="0" i="0" lang="en" sz="855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Automatically scan every PR for security risks. Have Devin scope + apply patches safely.</a:t>
            </a:r>
            <a:endParaRPr b="0" i="0" sz="8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8" name="Google Shape;388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76975" y="2443163"/>
            <a:ext cx="1485900" cy="4048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89" name="Google Shape;389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7675" y="2457450"/>
            <a:ext cx="1690688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0" name="Google Shape;390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362325" y="2443163"/>
            <a:ext cx="2014538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1" name="Google Shape;391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38150" y="4119562"/>
            <a:ext cx="12287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2" name="Google Shape;392;p2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276975" y="4233863"/>
            <a:ext cx="776288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93" name="Google Shape;393;p2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62325" y="4233863"/>
            <a:ext cx="1905000" cy="300038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6"/>
          <p:cNvSpPr/>
          <p:nvPr/>
        </p:nvSpPr>
        <p:spPr>
          <a:xfrm>
            <a:off x="238125" y="238125"/>
            <a:ext cx="4095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lang="en" sz="499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Appendix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Today: core first, then extras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One repo all the way through: payments-api-demo, its legacy jobs/, and its Azure DevOps board.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CORE  ·  LIVE  ·  60 MIN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The system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40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022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816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suggests the automations.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816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opener: Devin reads your org's sessions and proposes what to automate.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509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425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1660" y="2413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Automations on Azure DevOps.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81660" y="2578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Work item assigned → session → PR → board updated. Conditions, limits, queues, human gates. Self-healing CI.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54000" y="3017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302260" y="2933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81660" y="2921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Plugins.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81660" y="3086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Rules, skills, hooks and the ADO MCP as one versioned unit. Knowledge and playbooks, upgraded.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54000" y="3525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302260" y="3441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81660" y="3429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Dynamic workflows.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81660" y="3594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Migrate five legacy cron jobs in parallel: split, fix, verify, roll up. Interrupt and resume.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EXTRAS  ·  ONE SLIDE EACH  ·  DEMO IF TIME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Around the system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CLI ⇄ Cloud.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Start on the laptop, hand off to the cloud, SSH into the VM, pick it back up.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24400" y="2509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4772660" y="2425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2413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Code scans.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052060" y="2578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Security, dead code and test gaps on a schedule; assign findings to Devin.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724400" y="3017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4772660" y="2933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52060" y="2921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On-Call  ·  beta.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52060" y="3086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Devin as first responder: triage, incident notes, fix PR, post-mortem.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4724400" y="3525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4772660" y="3441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52060" y="3429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Migrations  ·  beta.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052060" y="3594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migration workflow as a product: inventory, plan, parallel execution, roll-up.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0" name="TextBox 209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THE THREAD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Every demo ends in a PR you could merge and a board that updated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Opener: Devin suggests the automations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You do not need to know what to automate. Devin has watched the last month of sessions and knows where the repetition is.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AUTOMATIONS  ·  CREATE  ·  SUGGEST FOR ME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What happens on screen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1300" y="1905000"/>
            <a:ext cx="4038600" cy="33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51460" y="18846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Automations → Create → “Suggest for me”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860" y="2175300"/>
            <a:ext cx="4038600" cy="23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1300" y="2413100"/>
            <a:ext cx="4038600" cy="33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9" name="TextBox 178"/>
          <p:cNvSpPr txBox="1"/>
          <p:nvPr/>
        </p:nvSpPr>
        <p:spPr>
          <a:xfrm>
            <a:off x="251460" y="23927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scans recent sessions, repos and integrations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49860" y="2683400"/>
            <a:ext cx="4038600" cy="23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41300" y="2921200"/>
            <a:ext cx="4038600" cy="33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251460" y="29008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Proposals with trigger + prompt pre-filled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9860" y="3191500"/>
            <a:ext cx="4038600" cy="23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41300" y="3429300"/>
            <a:ext cx="4038600" cy="33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251460" y="34089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Pick “implement assigned ADO work items” → editor opens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TO POINT AT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The editor, top to bottom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4724400" y="19888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4772660" y="1905000"/>
            <a:ext cx="4038600" cy="406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Trigger: webhook from an ADO Service Hook (work item updated).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724400" y="2395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4772660" y="2311400"/>
            <a:ext cx="4038600" cy="406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Conditions: regex on the payload. Only items tagged “devin”, only when Assigned To changed.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724400" y="2801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3" name="TextBox 192"/>
          <p:cNvSpPr txBox="1"/>
          <p:nvPr/>
        </p:nvSpPr>
        <p:spPr>
          <a:xfrm>
            <a:off x="4772660" y="2717800"/>
            <a:ext cx="4038600" cy="406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Prompt: calls the plugin skill /payments-workshop:ado-work-item. Short, because the skill carries the detail.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724400" y="32080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4772660" y="3124200"/>
            <a:ext cx="4038600" cy="406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Limits: ACUs per run, runs per hour, concurrency group + queueing, network policy, security profile.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724400" y="3614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7" name="TextBox 196"/>
          <p:cNvSpPr txBox="1"/>
          <p:nvPr/>
        </p:nvSpPr>
        <p:spPr>
          <a:xfrm>
            <a:off x="4772660" y="3530600"/>
            <a:ext cx="4038600" cy="406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“Generate with Devin”: the fallback that builds the automation with you in a session.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9" name="TextBox 198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MOVE ON WHEN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The suggested automation is saved and disabled. We enable it live in the next block.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Core A: automations on Azure DevOps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Their board, their tickets, their CI. Devin is a team member the board can assign to.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A1  ·  WORK ITEM → PR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One ticket, hands off until review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1300" y="1905000"/>
            <a:ext cx="40386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51460" y="18846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Refunds work item assigned to Devin in ADO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860" y="2149800"/>
            <a:ext cx="4038600" cy="21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41300" y="2362200"/>
            <a:ext cx="40386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9" name="TextBox 178"/>
          <p:cNvSpPr txBox="1"/>
          <p:nvPr/>
        </p:nvSpPr>
        <p:spPr>
          <a:xfrm>
            <a:off x="251460" y="23418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Service hook fires → conditions match → session starts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49860" y="2607000"/>
            <a:ext cx="4038600" cy="21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41300" y="2819400"/>
            <a:ext cx="40386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251460" y="27990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Skill: read item, Active, branch, implement, verify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9860" y="3064200"/>
            <a:ext cx="4038600" cy="21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>
                <a:solidFill>
                  <a:srgbClr val="2600FF"/>
                </a:solidFill>
                <a:latin typeface="Geist"/>
              </a:rPr>
              <a:t>↓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41300" y="3276600"/>
            <a:ext cx="40386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5" name="TextBox 184"/>
          <p:cNvSpPr txBox="1"/>
          <p:nvPr/>
        </p:nvSpPr>
        <p:spPr>
          <a:xfrm>
            <a:off x="251460" y="3256280"/>
            <a:ext cx="3835400" cy="319940"/>
          </a:xfrm>
          <a:prstGeom prst="rect">
            <a:avLst/>
          </a:prstGeom>
          <a:noFill/>
        </p:spPr>
        <p:txBody>
          <a:bodyPr wrap="square" lIns="91425" rIns="91425" tIns="91425" bIns="91425" anchor="ctr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PR “AB#42: Refunds…” → comment on item → Resolved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A2 – A4  ·  THE CHAIN AROUND IT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Automations that watch each other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Self-healing CI.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2060" y="2070100"/>
            <a:ext cx="3759200" cy="355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Check run fails → fix on the same branch → Devin Review comments → merge conflicts auto-fixed. A no-loop condition guards it.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4724400" y="2522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3" name="TextBox 192"/>
          <p:cNvSpPr txBox="1"/>
          <p:nvPr/>
        </p:nvSpPr>
        <p:spPr>
          <a:xfrm>
            <a:off x="4772660" y="24384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52060" y="24257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Nightly chore on a schedule.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2590800"/>
            <a:ext cx="3759200" cy="355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Dependency bumps, README drift, mechanical lint. No PR if nothing to do. “Run now” to show it.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724400" y="30429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7" name="TextBox 196"/>
          <p:cNvSpPr txBox="1"/>
          <p:nvPr/>
        </p:nvSpPr>
        <p:spPr>
          <a:xfrm>
            <a:off x="4772660" y="29591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052060" y="29464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Incident webhook.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3111500"/>
            <a:ext cx="3759200" cy="355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Alert → reproduce → RCA to Teams → fix PR → ADO bug linked. The hand-built version of On-Call.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4724400" y="3563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1" name="TextBox 200"/>
          <p:cNvSpPr txBox="1"/>
          <p:nvPr/>
        </p:nvSpPr>
        <p:spPr>
          <a:xfrm>
            <a:off x="4772660" y="34798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52060" y="34671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Human gate.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52060" y="3632200"/>
            <a:ext cx="3759200" cy="355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Ambiguous acceptance criteria? Devin asks in Teams and waits. Nothing is closed by Devin; Resolved is the ceiling.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THE RULE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Nothing goes on a trigger you have not watched succeed by hand. Limits and queues make it safe to leave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Core B: plugins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Everything you taught Devin about this repo, versioned, installable and managed by Devin itself.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BEFORE  ·  KNOWLEDGE, PLAYBOOKS, SKILLS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Three places, loosely coupled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40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022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816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Knowledge notes.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816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Flat text, org-wide, hard to scope. Now migrated for you into a “knowledge” plugin as skills.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509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425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1660" y="2413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Playbooks.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81660" y="2578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Reusable prompts. Good for one flow, no tools or rules attached.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54000" y="3017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302260" y="2933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81660" y="2921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Skills in the repo.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81660" y="3086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Files Devin can invoke. Great, but each repo reinvents the house rules.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NOW  ·  ONE PLUGIN: payments-workshop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One unit, one version, one install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AGENTS.md + rules/.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Always-on house rules and an ADO rule that triggers on AB#. Decimal money, UTC, tests per endpoint.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24400" y="24841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4772660" y="24003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23876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skills/.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052060" y="25527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run-and-verify, ado-work-item, legacy-job-migration. Slash-invokable, used by the automations.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24400" y="29667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4772660" y="28829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28702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MCP + hooks.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052060" y="30353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Azure DevOps MCP ships with the plugin. Installed per person, org or enterprise; required or available-to-install.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724400" y="3449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4772660" y="3365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52060" y="3352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manages it.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52060" y="3517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“Add a rule: never log account numbers” → Devin edits the plugin, asks approval, rolls it out.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DEMO BEAT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Show Customize → Plugins with the migrated knowledge plugin next to payments-workshop, then let Devin add a rule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Core C: dynamic workflows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Five legacy cron scripts in jobs/. One target: app.scheduler. One prompt, twelve sessions, one PR.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THE SCRIPT  ·  .devin/skills/migrate-jobs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Orchestration as code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1300" y="1905000"/>
            <a:ext cx="4038600" cy="279300"/>
          </a:xfrm>
          <a:prstGeom prst="rect">
            <a:avLst/>
          </a:prstGeom>
          <a:solidFill>
            <a:srgbClr val="F2F2F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241300" y="1905000"/>
            <a:ext cx="4038600" cy="27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>
                <a:solidFill>
                  <a:srgbClr val="141414"/>
                </a:solidFill>
                <a:latin typeface="Geist Medium"/>
              </a:rPr>
              <a:t>“Migrate every job in jobs/, one agent per job, verify each, roll up”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860" y="2311400"/>
            <a:ext cx="777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1  INVENTORY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9860" y="2616200"/>
            <a:ext cx="777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2  MIGRATE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49860" y="2921000"/>
            <a:ext cx="777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3  VERIFY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49860" y="3225800"/>
            <a:ext cx="777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4  ROLL UP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16000" y="2311400"/>
            <a:ext cx="32639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1016000" y="2311400"/>
            <a:ext cx="3263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Lite agent reads jobs/README and lists the five units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16000" y="26162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1016000" y="26162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reconcile · branch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16000" y="29210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1016000" y="29210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test + review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854200" y="26162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1854200" y="26162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export · branch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854200" y="29210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854200" y="29210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test + review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92400" y="26162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2692400" y="26162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fx_rates · branch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692400" y="29210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2692400" y="29210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test + review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530600" y="26162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3530600" y="26162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… · branch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530600" y="2921000"/>
            <a:ext cx="7874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3530600" y="2921000"/>
            <a:ext cx="78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test + review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1016000" y="3225800"/>
            <a:ext cx="32639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1016000" y="3225800"/>
            <a:ext cx="3263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141414"/>
                </a:solidFill>
                <a:latin typeface="Geist Medium"/>
              </a:rPr>
              <a:t>Merge passing branches, one PR, “needs a human” list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9860" y="3556000"/>
            <a:ext cx="4191000" cy="5080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pipeline(): a job moves to verify as soon as its migration lands. Structured output between layers. Each agent is a normal session with its own ACU cap.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SURPRISES PEOPLE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The demo beats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Interrupt one agent mid-flight.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“Use JSON, not pickle” → it adapts; the other four never notice.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724400" y="24841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9" name="TextBox 208"/>
          <p:cNvSpPr txBox="1"/>
          <p:nvPr/>
        </p:nvSpPr>
        <p:spPr>
          <a:xfrm>
            <a:off x="4772660" y="24003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052060" y="23876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Kill the run, resume by run id.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52060" y="25527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Finished agents replay from the journal instantly. Only unfinished work re-runs.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724400" y="29667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3" name="TextBox 212"/>
          <p:cNvSpPr txBox="1"/>
          <p:nvPr/>
        </p:nvSpPr>
        <p:spPr>
          <a:xfrm>
            <a:off x="4772660" y="28829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052060" y="28702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Verification is a different agent.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52060" y="30353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migrator never grades its own work.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724400" y="3449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7" name="TextBox 216"/>
          <p:cNvSpPr txBox="1"/>
          <p:nvPr/>
        </p:nvSpPr>
        <p:spPr>
          <a:xfrm>
            <a:off x="4772660" y="3365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52060" y="3352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It becomes a skill.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52060" y="3517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Once it worked, the script is saved; next time it is “run the migrate-jobs workflow”.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1" name="TextBox 220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WHEN IT EARNS ITS KEEP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Five or more items and more than one step. Below that, an automation is enough.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Extra 1: CLI ⇄ Cloud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The same Devin on your laptop and in the cloud. Work moves, context comes with it.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IT IS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One agent, two places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4000" y="19888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02260" y="19050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devin in any repo: local sessions, Fusion mode, subagents, sandboxed shell.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54000" y="2420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02260" y="23368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/handoff sends the session to the cloud with its full context; /pickup brings it back.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852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7686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devin ssh &lt;session&gt; drops you into the cloud VM; devin forward &lt;session&gt; 8000 brings its ports to localhost.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54000" y="3284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02260" y="32004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Also hands off from Claude Code and Cursor. Same plugins install locally: devin plugins install.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THE DEMO  ·  5 MIN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Round trip on one ticket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Start the FX-filter ticket locally.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devin in payments-api-demo, paste the work item.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724400" y="2471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4772660" y="23876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2060" y="23749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/handoff.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052060" y="25400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Meeting time: the cloud session carries on. Show the worklog picking up mid-thought.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24400" y="2941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4772660" y="2857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2844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devin ssh, then devin forward 8000.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052060" y="3009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curl /ops/jobs inside the VM; open Swagger on your laptop from the cloud VM.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24400" y="3411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4772660" y="33274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33147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/pickup.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052060" y="34798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Back on the laptop with the branch and the conversation.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WHY IT MATTERS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Engineers stop choosing between “my machine” and “Devin’s machine”. Long tasks stop dying with the lid.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Extra 2: code scans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Whole-repo scans with a findings tab, on a schedule, with a button that makes Devin fix it.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IT IS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Findings you can assign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4000" y="19888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02260" y="19050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Scan types: security, performance, dead code, test coverage, accessibility, or a custom brief.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54000" y="2420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02260" y="23368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Findings tab per scan: severity, file, explanation, status API. Re-scan only new commits.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852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7686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Assign to Devin: a session per finding, or bulk remediate; fix PRs come back auto-reviewed.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54000" y="3284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02260" y="32004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Scheduled scans + multi-repo. Security Swarm adds threat models and chained attack paths.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THE DEMO  ·  5 MIN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Scan the demo repo live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New scan: security + dead code + coverage.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legacy jobs/ folder is full of on-purpose findings.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724400" y="2471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4772660" y="23876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2060" y="23749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Read three findings.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052060" y="25400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pickle cache in refresh_fx_rates, os.system in reconcile_ledger, untested GET /transactions/{id}.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24400" y="2941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4772660" y="2857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2844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Assign to Devin.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052060" y="3009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One finding → fix PR. Show the review comment and the finding flipping to resolved.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24400" y="3411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4772660" y="33274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33147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Put it on a schedule.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052060" y="34798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Weekly, scan new commits only. Tie back to Core A: an automation on the scan result.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WHY IT MATTERS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Security debt becomes a queue Devin works through, not a quarterly audit.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Extra 3: Devin On-Call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Devin as the first responder. Same outcome as the incident automation you saw, zero prompt engineering.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400000" y="588000"/>
            <a:ext cx="1400000" cy="228600"/>
          </a:xfrm>
          <a:prstGeom prst="rect">
            <a:avLst/>
          </a:prstGeom>
          <a:solidFill>
            <a:srgbClr val="F2F2F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7400000" y="588000"/>
            <a:ext cx="14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2600FF"/>
                </a:solidFill>
                <a:latin typeface="Geist Medium"/>
              </a:rPr>
              <a:t>BETA  ·  EARLY ACCESS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IT IS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A responder, not a prompt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54000" y="19888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02260" y="19050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Triggered by a PagerDuty incident or a Slack / Teams on-call group mention.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420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3368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Triages: reproduces, reads logs and recent PRs, posts incident notes as it goes.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54000" y="2852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02260" y="27686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Opens a fix PR and pings the human on call; never merges or closes.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54000" y="3284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302260" y="32004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On resolve: drafts the post-mortem with timeline and follow-ups.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THE DEMO  ·  5 MIN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Page Devin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Fire the alert.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POST /ops/incidents/fx_timeout behind the monitor, or a PagerDuty test incident.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724400" y="2471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4772660" y="23876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052060" y="23749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Watch the notes appear.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52060" y="25400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Symptom, blast radius, suspected cause, in the incident itself.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724400" y="2941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4772660" y="2857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052060" y="2844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Fix PR lands.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052060" y="3009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Same bug as the ADO item “FX provider timeout returns 500”: 503 + Retry-After.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724400" y="3411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4772660" y="33274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052060" y="33147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Resolve → post-mortem draft.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52060" y="34798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Contrast with automation 04 on the earlier slide: this is that, productised.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WHY IT MATTERS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MTTR drops before anyone opens a laptop. You are seeing this before general availability.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Extra 4: Devin Migrations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The dynamic workflow from Core C, as a product: inventory, plan, parallel execution, roll-up.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400000" y="588000"/>
            <a:ext cx="1400000" cy="228600"/>
          </a:xfrm>
          <a:prstGeom prst="rect">
            <a:avLst/>
          </a:prstGeom>
          <a:solidFill>
            <a:srgbClr val="F2F2F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7400000" y="588000"/>
            <a:ext cx="14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>
                <a:solidFill>
                  <a:srgbClr val="2600FF"/>
                </a:solidFill>
                <a:latin typeface="Geist Medium"/>
              </a:rPr>
              <a:t>BETA  ·  EARLY ACCESS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WHAT IT IS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Migrations as a managed run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54000" y="19888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302260" y="19050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Point it at a codebase and a target: framework, language version, pattern, or here, jobs/ → app.scheduler.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4206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3368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Devin builds the inventory and a plan you review before anything runs.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54000" y="2852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302260" y="27686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Units execute in parallel with per-unit verification and progress you can watch.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54000" y="3284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302260" y="3200400"/>
            <a:ext cx="4038600" cy="431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50">
                <a:solidFill>
                  <a:srgbClr val="141414"/>
                </a:solidFill>
                <a:latin typeface="Geist"/>
              </a:rPr>
              <a:t>Roll-up: what merged, what needs a human, PRs ready for review.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THE DEMO  ·  5 MIN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Same jobs/, no script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Open Migrations, pick payments-api-demo.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Target: “legacy cron scripts onto app.scheduler”.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724400" y="24714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2" name="TextBox 191"/>
          <p:cNvSpPr txBox="1"/>
          <p:nvPr/>
        </p:nvSpPr>
        <p:spPr>
          <a:xfrm>
            <a:off x="4772660" y="23876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052060" y="23749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Review the plan.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52060" y="25400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Five units, dependencies, estimated cost. Approve.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724400" y="2941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6" name="TextBox 195"/>
          <p:cNvSpPr txBox="1"/>
          <p:nvPr/>
        </p:nvSpPr>
        <p:spPr>
          <a:xfrm>
            <a:off x="4772660" y="2857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052060" y="2844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Watch it run.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052060" y="3009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Progress per unit; needs-attention list as it forms.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724400" y="34112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0" name="TextBox 199"/>
          <p:cNvSpPr txBox="1"/>
          <p:nvPr/>
        </p:nvSpPr>
        <p:spPr>
          <a:xfrm>
            <a:off x="4772660" y="33274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052060" y="33147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Compare with Core C.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52060" y="34798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Workflow: you wrote the orchestration. Migrations: the orchestration is the product.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4" name="TextBox 203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WHY IT MATTERS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Multi-week migrations become a run you supervise. Beta today; exact flow shown from the beta UI.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8" name="Google Shape;168;p22"/>
          <p:cNvSpPr/>
          <p:nvPr/>
        </p:nvSpPr>
        <p:spPr>
          <a:xfrm>
            <a:off x="3514725" y="4962525"/>
            <a:ext cx="8811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Proprietary and Confidential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/>
          <p:nvPr/>
        </p:nvSpPr>
        <p:spPr>
          <a:xfrm>
            <a:off x="8734425" y="238125"/>
            <a:ext cx="171600" cy="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120"/>
              </a:lnSpc>
              <a:spcBef>
                <a:spcPts val="0"/>
              </a:spcBef>
              <a:spcAft>
                <a:spcPts val="0"/>
              </a:spcAft>
              <a:buClr>
                <a:srgbClr val="7B7A7A"/>
              </a:buClr>
              <a:buSzPts val="498"/>
              <a:buFont typeface="Geist"/>
              <a:buNone/>
            </a:pPr>
            <a:r>
              <a:rPr b="0" i="0" lang="en" sz="499" u="none" cap="none" strike="noStrike">
                <a:solidFill>
                  <a:srgbClr val="7B7A7A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b="0" i="0" sz="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238125" y="4943475"/>
            <a:ext cx="641100" cy="1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9" name="Google Shape;11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8571" y="4944405"/>
            <a:ext cx="640328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1" name="Google Shape;1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3" y="0"/>
            <a:ext cx="4763" cy="48672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4938" y="0"/>
            <a:ext cx="4763" cy="4905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TextBox 169"/>
          <p:cNvSpPr txBox="1"/>
          <p:nvPr/>
        </p:nvSpPr>
        <p:spPr>
          <a:xfrm>
            <a:off x="149860" y="195580"/>
            <a:ext cx="3000000" cy="126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500">
                <a:solidFill>
                  <a:srgbClr val="7B7A7A"/>
                </a:solidFill>
                <a:latin typeface="Geist"/>
              </a:rPr>
              <a:t>Access Group  ·  Devin advanced workshop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125" y="552450"/>
            <a:ext cx="800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>
                <a:solidFill>
                  <a:srgbClr val="141414"/>
                </a:solidFill>
                <a:latin typeface="Geist Medium"/>
              </a:rPr>
              <a:t>Take it home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9860" y="930000"/>
            <a:ext cx="86613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00">
                <a:solidFill>
                  <a:srgbClr val="7B7A7A"/>
                </a:solidFill>
                <a:latin typeface="Geist"/>
              </a:rPr>
              <a:t>Everything shown is in payments-api-demo: the plugin, the workflow, the automations and the walkthrough.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498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THIS WEEK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98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Three things to switch on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40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022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816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Run “Suggest for me” on your org.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816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Pick one suggestion, add conditions and limits, leave it disabled, watch it by hand once.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54000" y="2509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302260" y="2425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81660" y="2413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Turn one repo’s knowledge into a plugin.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81660" y="2578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knowledge plugin is already there; add your rules and the ADO MCP.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54000" y="3017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302260" y="2933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81660" y="2921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Find your first fan-out.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81660" y="3086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Five or more similar items, more than one step. Start with a slice of two.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20260" y="1250000"/>
            <a:ext cx="41910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7B7A7A"/>
                </a:solidFill>
                <a:latin typeface="Geist"/>
              </a:rPr>
              <a:t>IN THE REPO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620260" y="1427800"/>
            <a:ext cx="4191000" cy="2793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700">
                <a:solidFill>
                  <a:srgbClr val="141414"/>
                </a:solidFill>
                <a:latin typeface="Geist Medium"/>
              </a:rPr>
              <a:t>Where things live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724400" y="20015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4772660" y="19177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2060" y="19050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demo/WORKSHOP.md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052060" y="20701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Demo order, prompts, seeding, fallbacks.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24400" y="24333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4" name="TextBox 193"/>
          <p:cNvSpPr txBox="1"/>
          <p:nvPr/>
        </p:nvSpPr>
        <p:spPr>
          <a:xfrm>
            <a:off x="4772660" y="23495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052060" y="23368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demo/automations/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052060" y="25019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four automations and the opener, ready to paste.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724400" y="28651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8" name="TextBox 197"/>
          <p:cNvSpPr txBox="1"/>
          <p:nvPr/>
        </p:nvSpPr>
        <p:spPr>
          <a:xfrm>
            <a:off x="4772660" y="27813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052060" y="27686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.devin/plugins/payments-workshop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052060" y="29337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Rules, skills, ADO MCP. Install at org scope.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724400" y="3296920"/>
            <a:ext cx="12600" cy="88800"/>
          </a:xfrm>
          <a:prstGeom prst="rect">
            <a:avLst/>
          </a:prstGeom>
          <a:solidFill>
            <a:srgbClr val="2600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2" name="TextBox 201"/>
          <p:cNvSpPr txBox="1"/>
          <p:nvPr/>
        </p:nvSpPr>
        <p:spPr>
          <a:xfrm>
            <a:off x="4772660" y="3213100"/>
            <a:ext cx="3048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04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52060" y="3200400"/>
            <a:ext cx="3759200" cy="1779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950">
                <a:solidFill>
                  <a:srgbClr val="141414"/>
                </a:solidFill>
                <a:latin typeface="Geist Medium"/>
              </a:rPr>
              <a:t>.devin/skills/migrate-jobs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052060" y="3365500"/>
            <a:ext cx="3759200" cy="3048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800">
                <a:solidFill>
                  <a:srgbClr val="7B7A7A"/>
                </a:solidFill>
                <a:latin typeface="Geist"/>
              </a:rPr>
              <a:t>The dynamic workflow script and its skill.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41300" y="4140000"/>
            <a:ext cx="8661300" cy="9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6" name="TextBox 205"/>
          <p:cNvSpPr txBox="1"/>
          <p:nvPr/>
        </p:nvSpPr>
        <p:spPr>
          <a:xfrm>
            <a:off x="149860" y="4195880"/>
            <a:ext cx="8661300" cy="1524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700">
                <a:solidFill>
                  <a:srgbClr val="2600FF"/>
                </a:solidFill>
                <a:latin typeface="Geist Medium"/>
              </a:rPr>
              <a:t>THE MEASURE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9860" y="4360980"/>
            <a:ext cx="8661300" cy="22860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/>
            <a:r>
              <a:rPr sz="1000">
                <a:solidFill>
                  <a:srgbClr val="141414"/>
                </a:solidFill>
                <a:latin typeface="Geist Medium"/>
              </a:rPr>
              <a:t>Fewer human hours per ticket, not more sessions.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