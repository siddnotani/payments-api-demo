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63" r:id="rId43"/>
    <p:sldId id="264" r:id="rId44"/>
    <p:sldId id="265" r:id="rId45"/>
    <p:sldId id="266" r:id="rId46"/>
    <p:sldId id="267" r:id="rId47"/>
    <p:sldId id="268" r:id="rId48"/>
    <p:sldId id="269" r:id="rId49"/>
    <p:sldId id="270" r:id="rId50"/>
    <p:sldId id="271" r:id="rId51"/>
    <p:sldId id="272" r:id="rId52"/>
    <p:sldId id="261" r:id="rId12"/>
    <p:sldId id="262" r:id="rId13"/>
  </p:sldIdLst>
  <p:sldSz cy="5143500" cx="9144000"/>
  <p:notesSz cx="6858000" cy="9144000"/>
  <p:embeddedFontLst>
    <p:embeddedFont>
      <p:font typeface="Inter Tight Medium"/>
      <p:regular r:id="rId14"/>
      <p:bold r:id="rId15"/>
      <p:italic r:id="rId16"/>
      <p:boldItalic r:id="rId17"/>
    </p:embeddedFont>
    <p:embeddedFont>
      <p:font typeface="Inter Tight Light"/>
      <p:regular r:id="rId18"/>
      <p:bold r:id="rId19"/>
      <p:italic r:id="rId20"/>
      <p:boldItalic r:id="rId21"/>
    </p:embeddedFont>
    <p:embeddedFont>
      <p:font typeface="Geist"/>
      <p:regular r:id="rId22"/>
      <p:bold r:id="rId23"/>
      <p:italic r:id="rId24"/>
      <p:boldItalic r:id="rId25"/>
    </p:embeddedFont>
    <p:embeddedFont>
      <p:font typeface="Geist Medium"/>
      <p:regular r:id="rId26"/>
      <p:bold r:id="rId27"/>
      <p:italic r:id="rId28"/>
      <p:boldItalic r:id="rId29"/>
    </p:embeddedFont>
    <p:embeddedFont>
      <p:font typeface="Geist SemiBold"/>
      <p:regular r:id="rId30"/>
      <p:bold r:id="rId31"/>
      <p:italic r:id="rId32"/>
      <p:boldItalic r:id="rId33"/>
    </p:embeddedFont>
    <p:embeddedFont>
      <p:font typeface="Inter Tight"/>
      <p:regular r:id="rId34"/>
      <p:bold r:id="rId35"/>
      <p:italic r:id="rId36"/>
      <p:boldItalic r:id="rId37"/>
    </p:embeddedFont>
    <p:embeddedFont>
      <p:font typeface="Trocchi"/>
      <p:regular r:id="rId38"/>
    </p:embeddedFont>
    <p:embeddedFont>
      <p:font typeface="Geist Mono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InterTightMedium-regular.fntdata"/><Relationship Id="rId15" Type="http://schemas.openxmlformats.org/officeDocument/2006/relationships/font" Target="fonts/InterTightMedium-bold.fntdata"/><Relationship Id="rId16" Type="http://schemas.openxmlformats.org/officeDocument/2006/relationships/font" Target="fonts/InterTightMedium-italic.fntdata"/><Relationship Id="rId17" Type="http://schemas.openxmlformats.org/officeDocument/2006/relationships/font" Target="fonts/InterTightMedium-boldItalic.fntdata"/><Relationship Id="rId18" Type="http://schemas.openxmlformats.org/officeDocument/2006/relationships/font" Target="fonts/InterTightLight-regular.fntdata"/><Relationship Id="rId19" Type="http://schemas.openxmlformats.org/officeDocument/2006/relationships/font" Target="fonts/InterTightLight-bold.fntdata"/><Relationship Id="rId20" Type="http://schemas.openxmlformats.org/officeDocument/2006/relationships/font" Target="fonts/InterTightLight-italic.fntdata"/><Relationship Id="rId21" Type="http://schemas.openxmlformats.org/officeDocument/2006/relationships/font" Target="fonts/InterTightLight-boldItalic.fntdata"/><Relationship Id="rId22" Type="http://schemas.openxmlformats.org/officeDocument/2006/relationships/font" Target="fonts/Geist-regular.fntdata"/><Relationship Id="rId23" Type="http://schemas.openxmlformats.org/officeDocument/2006/relationships/font" Target="fonts/Geist-bold.fntdata"/><Relationship Id="rId24" Type="http://schemas.openxmlformats.org/officeDocument/2006/relationships/font" Target="fonts/Geist-italic.fntdata"/><Relationship Id="rId25" Type="http://schemas.openxmlformats.org/officeDocument/2006/relationships/font" Target="fonts/Geist-boldItalic.fntdata"/><Relationship Id="rId26" Type="http://schemas.openxmlformats.org/officeDocument/2006/relationships/font" Target="fonts/GeistMedium-regular.fntdata"/><Relationship Id="rId27" Type="http://schemas.openxmlformats.org/officeDocument/2006/relationships/font" Target="fonts/GeistMedium-bold.fntdata"/><Relationship Id="rId28" Type="http://schemas.openxmlformats.org/officeDocument/2006/relationships/font" Target="fonts/GeistMedium-italic.fntdata"/><Relationship Id="rId29" Type="http://schemas.openxmlformats.org/officeDocument/2006/relationships/font" Target="fonts/GeistMedium-boldItalic.fntdata"/><Relationship Id="rId30" Type="http://schemas.openxmlformats.org/officeDocument/2006/relationships/font" Target="fonts/GeistSemiBold-regular.fntdata"/><Relationship Id="rId31" Type="http://schemas.openxmlformats.org/officeDocument/2006/relationships/font" Target="fonts/GeistSemiBold-bold.fntdata"/><Relationship Id="rId32" Type="http://schemas.openxmlformats.org/officeDocument/2006/relationships/font" Target="fonts/GeistSemiBold-italic.fntdata"/><Relationship Id="rId33" Type="http://schemas.openxmlformats.org/officeDocument/2006/relationships/font" Target="fonts/GeistSemiBold-boldItalic.fntdata"/><Relationship Id="rId34" Type="http://schemas.openxmlformats.org/officeDocument/2006/relationships/font" Target="fonts/InterTight-regular.fntdata"/><Relationship Id="rId35" Type="http://schemas.openxmlformats.org/officeDocument/2006/relationships/font" Target="fonts/InterTight-bold.fntdata"/><Relationship Id="rId36" Type="http://schemas.openxmlformats.org/officeDocument/2006/relationships/font" Target="fonts/InterTight-italic.fntdata"/><Relationship Id="rId37" Type="http://schemas.openxmlformats.org/officeDocument/2006/relationships/font" Target="fonts/InterTight-boldItalic.fntdata"/><Relationship Id="rId38" Type="http://schemas.openxmlformats.org/officeDocument/2006/relationships/font" Target="fonts/Trocchi-regular.fntdata"/><Relationship Id="rId39" Type="http://schemas.openxmlformats.org/officeDocument/2006/relationships/font" Target="fonts/GeistMonoMedium-regular.fntdata"/><Relationship Id="rId40" Type="http://schemas.openxmlformats.org/officeDocument/2006/relationships/font" Target="fonts/GeistMonoMedium-bold.fntdata"/><Relationship Id="rId41" Type="http://schemas.openxmlformats.org/officeDocument/2006/relationships/font" Target="fonts/GeistMonoMedium-italic.fntdata"/><Relationship Id="rId42" Type="http://schemas.openxmlformats.org/officeDocument/2006/relationships/font" Target="fonts/GeistMonoMedium-boldItalic.fntdata"/><Relationship Id="rId43" Type="http://schemas.openxmlformats.org/officeDocument/2006/relationships/slide" Target="slides/slide8.xml"/><Relationship Id="rId44" Type="http://schemas.openxmlformats.org/officeDocument/2006/relationships/slide" Target="slides/slide9.xml"/><Relationship Id="rId45" Type="http://schemas.openxmlformats.org/officeDocument/2006/relationships/slide" Target="slides/slide10.xml"/><Relationship Id="rId46" Type="http://schemas.openxmlformats.org/officeDocument/2006/relationships/slide" Target="slides/slide11.xml"/><Relationship Id="rId47" Type="http://schemas.openxmlformats.org/officeDocument/2006/relationships/slide" Target="slides/slide12.xml"/><Relationship Id="rId48" Type="http://schemas.openxmlformats.org/officeDocument/2006/relationships/slide" Target="slides/slide13.xml"/><Relationship Id="rId49" Type="http://schemas.openxmlformats.org/officeDocument/2006/relationships/slide" Target="slides/slide14.xml"/><Relationship Id="rId50" Type="http://schemas.openxmlformats.org/officeDocument/2006/relationships/slide" Target="slides/slide15.xml"/><Relationship Id="rId51" Type="http://schemas.openxmlformats.org/officeDocument/2006/relationships/slide" Target="slides/slide16.xml"/><Relationship Id="rId5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5428b96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5428b96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Believe 2026 hands-on lab, Cognition track. Two mirrored labs, roughly 80 minutes each, about 200 attendees across the event; most have used Devin before, so this is not a Devin 101.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 for the room: leave with a playbook that works on your own repo, and know how to put it on a trigger.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Believe lab prep calls with Access (Delta Squads, Enablement and Believe prep, 9 to 23 Sep 2026). Copy drafted from those transcripts; please humanise before presenting.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5428b966b_2_7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f5428b966b_2_7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f5428b966b_2_7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5428b966b_2_7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f5428b966b_2_7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5428b966b_2_7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Breaker">
  <p:cSld name="#11131E - GRADIENT">
    <p:bg>
      <p:bgPr>
        <a:solidFill>
          <a:srgbClr val="11131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36067" cy="5143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13"/>
          <p:cNvGrpSpPr/>
          <p:nvPr/>
        </p:nvGrpSpPr>
        <p:grpSpPr>
          <a:xfrm>
            <a:off x="116123" y="4903358"/>
            <a:ext cx="635202" cy="137385"/>
            <a:chOff x="0" y="0"/>
            <a:chExt cx="1693871" cy="366359"/>
          </a:xfrm>
        </p:grpSpPr>
        <p:sp>
          <p:nvSpPr>
            <p:cNvPr id="53" name="Google Shape;53;p13"/>
            <p:cNvSpPr/>
            <p:nvPr/>
          </p:nvSpPr>
          <p:spPr>
            <a:xfrm>
              <a:off x="443950" y="73265"/>
              <a:ext cx="188946" cy="217458"/>
            </a:xfrm>
            <a:custGeom>
              <a:rect b="b" l="l" r="r" t="t"/>
              <a:pathLst>
                <a:path extrusionOk="0" h="21600" w="21600">
                  <a:moveTo>
                    <a:pt x="11401" y="21598"/>
                  </a:moveTo>
                  <a:cubicBezTo>
                    <a:pt x="9066" y="21598"/>
                    <a:pt x="7041" y="21148"/>
                    <a:pt x="5323" y="20240"/>
                  </a:cubicBezTo>
                  <a:cubicBezTo>
                    <a:pt x="3604" y="19335"/>
                    <a:pt x="2288" y="18073"/>
                    <a:pt x="1374" y="16451"/>
                  </a:cubicBezTo>
                  <a:cubicBezTo>
                    <a:pt x="459" y="14832"/>
                    <a:pt x="0" y="12945"/>
                    <a:pt x="0" y="10799"/>
                  </a:cubicBezTo>
                  <a:cubicBezTo>
                    <a:pt x="0" y="8652"/>
                    <a:pt x="459" y="6790"/>
                    <a:pt x="1374" y="5160"/>
                  </a:cubicBezTo>
                  <a:cubicBezTo>
                    <a:pt x="2288" y="3530"/>
                    <a:pt x="3604" y="2263"/>
                    <a:pt x="5323" y="1358"/>
                  </a:cubicBezTo>
                  <a:cubicBezTo>
                    <a:pt x="7041" y="453"/>
                    <a:pt x="9066" y="0"/>
                    <a:pt x="11401" y="0"/>
                  </a:cubicBezTo>
                  <a:cubicBezTo>
                    <a:pt x="14192" y="0"/>
                    <a:pt x="16477" y="586"/>
                    <a:pt x="18252" y="1759"/>
                  </a:cubicBezTo>
                  <a:cubicBezTo>
                    <a:pt x="20027" y="2934"/>
                    <a:pt x="21141" y="4583"/>
                    <a:pt x="21600" y="6711"/>
                  </a:cubicBezTo>
                  <a:lnTo>
                    <a:pt x="17790" y="6711"/>
                  </a:lnTo>
                  <a:cubicBezTo>
                    <a:pt x="17448" y="5479"/>
                    <a:pt x="16749" y="4492"/>
                    <a:pt x="15695" y="3758"/>
                  </a:cubicBezTo>
                  <a:cubicBezTo>
                    <a:pt x="14641" y="3021"/>
                    <a:pt x="13201" y="2656"/>
                    <a:pt x="11369" y="2656"/>
                  </a:cubicBezTo>
                  <a:cubicBezTo>
                    <a:pt x="9743" y="2656"/>
                    <a:pt x="8347" y="2983"/>
                    <a:pt x="7180" y="3640"/>
                  </a:cubicBezTo>
                  <a:cubicBezTo>
                    <a:pt x="6012" y="4296"/>
                    <a:pt x="5107" y="5231"/>
                    <a:pt x="4468" y="6444"/>
                  </a:cubicBezTo>
                  <a:cubicBezTo>
                    <a:pt x="3826" y="7657"/>
                    <a:pt x="3506" y="9108"/>
                    <a:pt x="3506" y="10799"/>
                  </a:cubicBezTo>
                  <a:cubicBezTo>
                    <a:pt x="3506" y="12490"/>
                    <a:pt x="3826" y="13947"/>
                    <a:pt x="4468" y="15170"/>
                  </a:cubicBezTo>
                  <a:cubicBezTo>
                    <a:pt x="5107" y="16394"/>
                    <a:pt x="6012" y="17328"/>
                    <a:pt x="7180" y="17974"/>
                  </a:cubicBezTo>
                  <a:cubicBezTo>
                    <a:pt x="8349" y="18620"/>
                    <a:pt x="9743" y="18944"/>
                    <a:pt x="11369" y="18944"/>
                  </a:cubicBezTo>
                  <a:cubicBezTo>
                    <a:pt x="13201" y="18944"/>
                    <a:pt x="14641" y="18593"/>
                    <a:pt x="15695" y="17886"/>
                  </a:cubicBezTo>
                  <a:cubicBezTo>
                    <a:pt x="16749" y="17179"/>
                    <a:pt x="17445" y="16219"/>
                    <a:pt x="17790" y="15007"/>
                  </a:cubicBezTo>
                  <a:lnTo>
                    <a:pt x="21600" y="15007"/>
                  </a:lnTo>
                  <a:cubicBezTo>
                    <a:pt x="21141" y="17075"/>
                    <a:pt x="20027" y="18692"/>
                    <a:pt x="18252" y="19855"/>
                  </a:cubicBezTo>
                  <a:cubicBezTo>
                    <a:pt x="16477" y="21017"/>
                    <a:pt x="14194" y="21600"/>
                    <a:pt x="11401" y="21600"/>
                  </a:cubicBezTo>
                  <a:lnTo>
                    <a:pt x="11401" y="215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648221" y="132092"/>
              <a:ext cx="150174" cy="158598"/>
            </a:xfrm>
            <a:custGeom>
              <a:rect b="b" l="l" r="r" t="t"/>
              <a:pathLst>
                <a:path extrusionOk="0" h="21600" w="21600">
                  <a:moveTo>
                    <a:pt x="10800" y="21599"/>
                  </a:moveTo>
                  <a:cubicBezTo>
                    <a:pt x="8726" y="21599"/>
                    <a:pt x="6871" y="21150"/>
                    <a:pt x="5227" y="20249"/>
                  </a:cubicBezTo>
                  <a:cubicBezTo>
                    <a:pt x="3587" y="19349"/>
                    <a:pt x="2304" y="18089"/>
                    <a:pt x="1381" y="16465"/>
                  </a:cubicBezTo>
                  <a:cubicBezTo>
                    <a:pt x="458" y="14844"/>
                    <a:pt x="0" y="12967"/>
                    <a:pt x="0" y="10841"/>
                  </a:cubicBezTo>
                  <a:cubicBezTo>
                    <a:pt x="0" y="8715"/>
                    <a:pt x="469" y="6759"/>
                    <a:pt x="1405" y="5134"/>
                  </a:cubicBezTo>
                  <a:cubicBezTo>
                    <a:pt x="2340" y="3513"/>
                    <a:pt x="3630" y="2251"/>
                    <a:pt x="5270" y="1349"/>
                  </a:cubicBezTo>
                  <a:cubicBezTo>
                    <a:pt x="6910" y="449"/>
                    <a:pt x="8753" y="0"/>
                    <a:pt x="10800" y="0"/>
                  </a:cubicBezTo>
                  <a:cubicBezTo>
                    <a:pt x="12847" y="0"/>
                    <a:pt x="14718" y="449"/>
                    <a:pt x="16330" y="1349"/>
                  </a:cubicBezTo>
                  <a:cubicBezTo>
                    <a:pt x="17942" y="2249"/>
                    <a:pt x="19224" y="3505"/>
                    <a:pt x="20175" y="5110"/>
                  </a:cubicBezTo>
                  <a:cubicBezTo>
                    <a:pt x="21126" y="6720"/>
                    <a:pt x="21600" y="8617"/>
                    <a:pt x="21600" y="10796"/>
                  </a:cubicBezTo>
                  <a:cubicBezTo>
                    <a:pt x="21600" y="12975"/>
                    <a:pt x="21126" y="14840"/>
                    <a:pt x="20175" y="16462"/>
                  </a:cubicBezTo>
                  <a:cubicBezTo>
                    <a:pt x="19224" y="18082"/>
                    <a:pt x="17934" y="19345"/>
                    <a:pt x="16310" y="20247"/>
                  </a:cubicBezTo>
                  <a:cubicBezTo>
                    <a:pt x="14682" y="21147"/>
                    <a:pt x="12847" y="21596"/>
                    <a:pt x="10805" y="21596"/>
                  </a:cubicBezTo>
                  <a:lnTo>
                    <a:pt x="10800" y="21600"/>
                  </a:lnTo>
                  <a:close/>
                  <a:moveTo>
                    <a:pt x="10757" y="18082"/>
                  </a:moveTo>
                  <a:cubicBezTo>
                    <a:pt x="11907" y="18082"/>
                    <a:pt x="12967" y="17811"/>
                    <a:pt x="13933" y="17264"/>
                  </a:cubicBezTo>
                  <a:cubicBezTo>
                    <a:pt x="14896" y="16717"/>
                    <a:pt x="15681" y="15899"/>
                    <a:pt x="16285" y="14809"/>
                  </a:cubicBezTo>
                  <a:cubicBezTo>
                    <a:pt x="16891" y="13720"/>
                    <a:pt x="17193" y="12381"/>
                    <a:pt x="17193" y="10801"/>
                  </a:cubicBezTo>
                  <a:cubicBezTo>
                    <a:pt x="17193" y="9222"/>
                    <a:pt x="16898" y="7850"/>
                    <a:pt x="16308" y="6772"/>
                  </a:cubicBezTo>
                  <a:cubicBezTo>
                    <a:pt x="15720" y="5694"/>
                    <a:pt x="14947" y="4883"/>
                    <a:pt x="13996" y="4336"/>
                  </a:cubicBezTo>
                  <a:cubicBezTo>
                    <a:pt x="13045" y="3789"/>
                    <a:pt x="11994" y="3518"/>
                    <a:pt x="10843" y="3518"/>
                  </a:cubicBezTo>
                  <a:cubicBezTo>
                    <a:pt x="9693" y="3518"/>
                    <a:pt x="8626" y="3789"/>
                    <a:pt x="7647" y="4336"/>
                  </a:cubicBezTo>
                  <a:cubicBezTo>
                    <a:pt x="6668" y="4883"/>
                    <a:pt x="5883" y="5693"/>
                    <a:pt x="5295" y="6772"/>
                  </a:cubicBezTo>
                  <a:cubicBezTo>
                    <a:pt x="4706" y="7850"/>
                    <a:pt x="4410" y="9191"/>
                    <a:pt x="4410" y="10801"/>
                  </a:cubicBezTo>
                  <a:cubicBezTo>
                    <a:pt x="4410" y="12412"/>
                    <a:pt x="4705" y="13720"/>
                    <a:pt x="5295" y="14809"/>
                  </a:cubicBezTo>
                  <a:cubicBezTo>
                    <a:pt x="5885" y="15899"/>
                    <a:pt x="6656" y="16717"/>
                    <a:pt x="7604" y="17264"/>
                  </a:cubicBezTo>
                  <a:cubicBezTo>
                    <a:pt x="8555" y="17811"/>
                    <a:pt x="9606" y="18082"/>
                    <a:pt x="10757" y="180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814314" y="132125"/>
              <a:ext cx="159138" cy="224640"/>
            </a:xfrm>
            <a:custGeom>
              <a:rect b="b" l="l" r="r" t="t"/>
              <a:pathLst>
                <a:path extrusionOk="0" h="21600" w="21600">
                  <a:moveTo>
                    <a:pt x="11092" y="21600"/>
                  </a:moveTo>
                  <a:cubicBezTo>
                    <a:pt x="9788" y="21600"/>
                    <a:pt x="8552" y="21485"/>
                    <a:pt x="7384" y="21254"/>
                  </a:cubicBezTo>
                  <a:cubicBezTo>
                    <a:pt x="6217" y="21022"/>
                    <a:pt x="5150" y="20677"/>
                    <a:pt x="4184" y="20214"/>
                  </a:cubicBezTo>
                  <a:cubicBezTo>
                    <a:pt x="3218" y="19751"/>
                    <a:pt x="2426" y="19168"/>
                    <a:pt x="1799" y="18468"/>
                  </a:cubicBezTo>
                  <a:cubicBezTo>
                    <a:pt x="1172" y="17765"/>
                    <a:pt x="766" y="16970"/>
                    <a:pt x="574" y="16086"/>
                  </a:cubicBezTo>
                  <a:lnTo>
                    <a:pt x="4650" y="16086"/>
                  </a:lnTo>
                  <a:cubicBezTo>
                    <a:pt x="4894" y="16682"/>
                    <a:pt x="5308" y="17206"/>
                    <a:pt x="5894" y="17659"/>
                  </a:cubicBezTo>
                  <a:cubicBezTo>
                    <a:pt x="6475" y="18111"/>
                    <a:pt x="7219" y="18462"/>
                    <a:pt x="8113" y="18713"/>
                  </a:cubicBezTo>
                  <a:cubicBezTo>
                    <a:pt x="9011" y="18963"/>
                    <a:pt x="9988" y="19087"/>
                    <a:pt x="11048" y="19087"/>
                  </a:cubicBezTo>
                  <a:cubicBezTo>
                    <a:pt x="12242" y="19087"/>
                    <a:pt x="13332" y="18909"/>
                    <a:pt x="14308" y="18552"/>
                  </a:cubicBezTo>
                  <a:cubicBezTo>
                    <a:pt x="15284" y="18196"/>
                    <a:pt x="16066" y="17652"/>
                    <a:pt x="16652" y="16921"/>
                  </a:cubicBezTo>
                  <a:cubicBezTo>
                    <a:pt x="17235" y="16189"/>
                    <a:pt x="17527" y="15255"/>
                    <a:pt x="17527" y="14118"/>
                  </a:cubicBezTo>
                  <a:lnTo>
                    <a:pt x="17527" y="12154"/>
                  </a:lnTo>
                  <a:cubicBezTo>
                    <a:pt x="17092" y="12673"/>
                    <a:pt x="16535" y="13150"/>
                    <a:pt x="15855" y="13584"/>
                  </a:cubicBezTo>
                  <a:cubicBezTo>
                    <a:pt x="15176" y="14018"/>
                    <a:pt x="14353" y="14363"/>
                    <a:pt x="13392" y="14624"/>
                  </a:cubicBezTo>
                  <a:cubicBezTo>
                    <a:pt x="12426" y="14885"/>
                    <a:pt x="11306" y="15016"/>
                    <a:pt x="10029" y="15016"/>
                  </a:cubicBezTo>
                  <a:cubicBezTo>
                    <a:pt x="8128" y="15016"/>
                    <a:pt x="6423" y="14699"/>
                    <a:pt x="4913" y="14063"/>
                  </a:cubicBezTo>
                  <a:cubicBezTo>
                    <a:pt x="3406" y="13428"/>
                    <a:pt x="2208" y="12538"/>
                    <a:pt x="1325" y="11391"/>
                  </a:cubicBezTo>
                  <a:cubicBezTo>
                    <a:pt x="443" y="10247"/>
                    <a:pt x="0" y="8951"/>
                    <a:pt x="0" y="7508"/>
                  </a:cubicBezTo>
                  <a:cubicBezTo>
                    <a:pt x="0" y="6065"/>
                    <a:pt x="443" y="4727"/>
                    <a:pt x="1325" y="3609"/>
                  </a:cubicBezTo>
                  <a:cubicBezTo>
                    <a:pt x="2208" y="2494"/>
                    <a:pt x="3411" y="1613"/>
                    <a:pt x="4932" y="966"/>
                  </a:cubicBezTo>
                  <a:cubicBezTo>
                    <a:pt x="6453" y="322"/>
                    <a:pt x="8166" y="0"/>
                    <a:pt x="10067" y="0"/>
                  </a:cubicBezTo>
                  <a:cubicBezTo>
                    <a:pt x="11208" y="0"/>
                    <a:pt x="12253" y="120"/>
                    <a:pt x="13203" y="362"/>
                  </a:cubicBezTo>
                  <a:cubicBezTo>
                    <a:pt x="14153" y="605"/>
                    <a:pt x="14995" y="927"/>
                    <a:pt x="15731" y="1328"/>
                  </a:cubicBezTo>
                  <a:cubicBezTo>
                    <a:pt x="16463" y="1733"/>
                    <a:pt x="17061" y="2196"/>
                    <a:pt x="17523" y="2714"/>
                  </a:cubicBezTo>
                  <a:lnTo>
                    <a:pt x="17929" y="346"/>
                  </a:lnTo>
                  <a:lnTo>
                    <a:pt x="21600" y="346"/>
                  </a:lnTo>
                  <a:lnTo>
                    <a:pt x="21600" y="14033"/>
                  </a:lnTo>
                  <a:cubicBezTo>
                    <a:pt x="21600" y="15265"/>
                    <a:pt x="21333" y="16348"/>
                    <a:pt x="20804" y="17283"/>
                  </a:cubicBezTo>
                  <a:cubicBezTo>
                    <a:pt x="20275" y="18217"/>
                    <a:pt x="19541" y="19002"/>
                    <a:pt x="18603" y="19635"/>
                  </a:cubicBezTo>
                  <a:cubicBezTo>
                    <a:pt x="17663" y="20271"/>
                    <a:pt x="16560" y="20755"/>
                    <a:pt x="15283" y="21094"/>
                  </a:cubicBezTo>
                  <a:cubicBezTo>
                    <a:pt x="14005" y="21429"/>
                    <a:pt x="12604" y="21599"/>
                    <a:pt x="11083" y="21599"/>
                  </a:cubicBezTo>
                  <a:lnTo>
                    <a:pt x="11094" y="21599"/>
                  </a:lnTo>
                  <a:close/>
                  <a:moveTo>
                    <a:pt x="10769" y="12533"/>
                  </a:moveTo>
                  <a:cubicBezTo>
                    <a:pt x="12098" y="12533"/>
                    <a:pt x="13263" y="12318"/>
                    <a:pt x="14255" y="11884"/>
                  </a:cubicBezTo>
                  <a:cubicBezTo>
                    <a:pt x="15248" y="11450"/>
                    <a:pt x="16021" y="10859"/>
                    <a:pt x="16577" y="10108"/>
                  </a:cubicBezTo>
                  <a:cubicBezTo>
                    <a:pt x="17134" y="9358"/>
                    <a:pt x="17412" y="8490"/>
                    <a:pt x="17412" y="7508"/>
                  </a:cubicBezTo>
                  <a:cubicBezTo>
                    <a:pt x="17412" y="6525"/>
                    <a:pt x="17134" y="5637"/>
                    <a:pt x="16577" y="4895"/>
                  </a:cubicBezTo>
                  <a:cubicBezTo>
                    <a:pt x="16021" y="4155"/>
                    <a:pt x="15248" y="3572"/>
                    <a:pt x="14255" y="3149"/>
                  </a:cubicBezTo>
                  <a:cubicBezTo>
                    <a:pt x="13263" y="2726"/>
                    <a:pt x="12103" y="2514"/>
                    <a:pt x="10769" y="2514"/>
                  </a:cubicBezTo>
                  <a:cubicBezTo>
                    <a:pt x="9434" y="2514"/>
                    <a:pt x="8350" y="2727"/>
                    <a:pt x="7346" y="3149"/>
                  </a:cubicBezTo>
                  <a:cubicBezTo>
                    <a:pt x="6339" y="3573"/>
                    <a:pt x="5557" y="4156"/>
                    <a:pt x="5002" y="4895"/>
                  </a:cubicBezTo>
                  <a:cubicBezTo>
                    <a:pt x="4447" y="5637"/>
                    <a:pt x="4168" y="6508"/>
                    <a:pt x="4168" y="7508"/>
                  </a:cubicBezTo>
                  <a:cubicBezTo>
                    <a:pt x="4168" y="8508"/>
                    <a:pt x="4445" y="9358"/>
                    <a:pt x="5002" y="10108"/>
                  </a:cubicBezTo>
                  <a:cubicBezTo>
                    <a:pt x="5559" y="10859"/>
                    <a:pt x="6339" y="11452"/>
                    <a:pt x="7346" y="11884"/>
                  </a:cubicBezTo>
                  <a:cubicBezTo>
                    <a:pt x="8349" y="12318"/>
                    <a:pt x="9491" y="12533"/>
                    <a:pt x="10769" y="125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001928" y="132125"/>
              <a:ext cx="137862" cy="154980"/>
            </a:xfrm>
            <a:custGeom>
              <a:rect b="b" l="l" r="r" t="t"/>
              <a:pathLst>
                <a:path extrusionOk="0" h="21600" w="21600">
                  <a:moveTo>
                    <a:pt x="5" y="21600"/>
                  </a:moveTo>
                  <a:lnTo>
                    <a:pt x="5" y="503"/>
                  </a:lnTo>
                  <a:lnTo>
                    <a:pt x="4241" y="503"/>
                  </a:lnTo>
                  <a:lnTo>
                    <a:pt x="4523" y="4101"/>
                  </a:lnTo>
                  <a:cubicBezTo>
                    <a:pt x="5277" y="2817"/>
                    <a:pt x="6336" y="1814"/>
                    <a:pt x="7698" y="1088"/>
                  </a:cubicBezTo>
                  <a:cubicBezTo>
                    <a:pt x="9064" y="363"/>
                    <a:pt x="10655" y="0"/>
                    <a:pt x="12472" y="0"/>
                  </a:cubicBezTo>
                  <a:cubicBezTo>
                    <a:pt x="14385" y="0"/>
                    <a:pt x="16014" y="336"/>
                    <a:pt x="17364" y="1002"/>
                  </a:cubicBezTo>
                  <a:cubicBezTo>
                    <a:pt x="18712" y="1670"/>
                    <a:pt x="19758" y="2685"/>
                    <a:pt x="20495" y="4038"/>
                  </a:cubicBezTo>
                  <a:cubicBezTo>
                    <a:pt x="21232" y="5392"/>
                    <a:pt x="21600" y="7086"/>
                    <a:pt x="21600" y="9122"/>
                  </a:cubicBezTo>
                  <a:lnTo>
                    <a:pt x="21600" y="21597"/>
                  </a:lnTo>
                  <a:lnTo>
                    <a:pt x="16895" y="21597"/>
                  </a:lnTo>
                  <a:lnTo>
                    <a:pt x="16895" y="9542"/>
                  </a:lnTo>
                  <a:cubicBezTo>
                    <a:pt x="16895" y="7590"/>
                    <a:pt x="16409" y="6106"/>
                    <a:pt x="15437" y="5083"/>
                  </a:cubicBezTo>
                  <a:cubicBezTo>
                    <a:pt x="14467" y="4064"/>
                    <a:pt x="13054" y="3555"/>
                    <a:pt x="11201" y="3555"/>
                  </a:cubicBezTo>
                  <a:cubicBezTo>
                    <a:pt x="9978" y="3555"/>
                    <a:pt x="8882" y="3821"/>
                    <a:pt x="7905" y="4350"/>
                  </a:cubicBezTo>
                  <a:cubicBezTo>
                    <a:pt x="6933" y="4883"/>
                    <a:pt x="6157" y="5647"/>
                    <a:pt x="5577" y="6654"/>
                  </a:cubicBezTo>
                  <a:cubicBezTo>
                    <a:pt x="4997" y="7656"/>
                    <a:pt x="4705" y="8887"/>
                    <a:pt x="4705" y="10338"/>
                  </a:cubicBezTo>
                  <a:lnTo>
                    <a:pt x="4705" y="21598"/>
                  </a:lnTo>
                  <a:lnTo>
                    <a:pt x="0" y="21598"/>
                  </a:lnTo>
                  <a:lnTo>
                    <a:pt x="5" y="215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161981" y="69346"/>
              <a:ext cx="39636" cy="217728"/>
            </a:xfrm>
            <a:custGeom>
              <a:rect b="b" l="l" r="r" t="t"/>
              <a:pathLst>
                <a:path extrusionOk="0" h="21600" w="21600">
                  <a:moveTo>
                    <a:pt x="10803" y="3753"/>
                  </a:moveTo>
                  <a:cubicBezTo>
                    <a:pt x="7634" y="3753"/>
                    <a:pt x="5041" y="3575"/>
                    <a:pt x="3034" y="3218"/>
                  </a:cubicBezTo>
                  <a:cubicBezTo>
                    <a:pt x="1009" y="2861"/>
                    <a:pt x="0" y="2402"/>
                    <a:pt x="0" y="1848"/>
                  </a:cubicBezTo>
                  <a:cubicBezTo>
                    <a:pt x="0" y="1293"/>
                    <a:pt x="1009" y="870"/>
                    <a:pt x="3034" y="521"/>
                  </a:cubicBezTo>
                  <a:cubicBezTo>
                    <a:pt x="5052" y="175"/>
                    <a:pt x="7634" y="0"/>
                    <a:pt x="10803" y="0"/>
                  </a:cubicBezTo>
                  <a:cubicBezTo>
                    <a:pt x="13972" y="0"/>
                    <a:pt x="16413" y="173"/>
                    <a:pt x="18496" y="521"/>
                  </a:cubicBezTo>
                  <a:cubicBezTo>
                    <a:pt x="20561" y="869"/>
                    <a:pt x="21600" y="1312"/>
                    <a:pt x="21600" y="1848"/>
                  </a:cubicBezTo>
                  <a:cubicBezTo>
                    <a:pt x="21600" y="2384"/>
                    <a:pt x="20561" y="2861"/>
                    <a:pt x="18496" y="3218"/>
                  </a:cubicBezTo>
                  <a:cubicBezTo>
                    <a:pt x="16413" y="3575"/>
                    <a:pt x="13866" y="3753"/>
                    <a:pt x="10803" y="3753"/>
                  </a:cubicBezTo>
                  <a:close/>
                  <a:moveTo>
                    <a:pt x="2611" y="21600"/>
                  </a:moveTo>
                  <a:lnTo>
                    <a:pt x="2611" y="6584"/>
                  </a:lnTo>
                  <a:lnTo>
                    <a:pt x="18977" y="6584"/>
                  </a:lnTo>
                  <a:lnTo>
                    <a:pt x="18977" y="21600"/>
                  </a:lnTo>
                  <a:lnTo>
                    <a:pt x="2611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213379" y="97564"/>
              <a:ext cx="98820" cy="189486"/>
            </a:xfrm>
            <a:custGeom>
              <a:rect b="b" l="l" r="r" t="t"/>
              <a:pathLst>
                <a:path extrusionOk="0" h="21600" w="21600">
                  <a:moveTo>
                    <a:pt x="15953" y="21600"/>
                  </a:moveTo>
                  <a:cubicBezTo>
                    <a:pt x="13854" y="21600"/>
                    <a:pt x="12039" y="21429"/>
                    <a:pt x="10502" y="21086"/>
                  </a:cubicBezTo>
                  <a:cubicBezTo>
                    <a:pt x="8972" y="20745"/>
                    <a:pt x="7786" y="20174"/>
                    <a:pt x="6958" y="19373"/>
                  </a:cubicBezTo>
                  <a:cubicBezTo>
                    <a:pt x="6122" y="18575"/>
                    <a:pt x="5710" y="17489"/>
                    <a:pt x="5710" y="16121"/>
                  </a:cubicBezTo>
                  <a:lnTo>
                    <a:pt x="5710" y="7221"/>
                  </a:lnTo>
                  <a:lnTo>
                    <a:pt x="0" y="7221"/>
                  </a:lnTo>
                  <a:lnTo>
                    <a:pt x="0" y="4347"/>
                  </a:lnTo>
                  <a:lnTo>
                    <a:pt x="5710" y="4347"/>
                  </a:lnTo>
                  <a:lnTo>
                    <a:pt x="6564" y="0"/>
                  </a:lnTo>
                  <a:lnTo>
                    <a:pt x="12275" y="0"/>
                  </a:lnTo>
                  <a:lnTo>
                    <a:pt x="12275" y="4347"/>
                  </a:lnTo>
                  <a:lnTo>
                    <a:pt x="21600" y="4347"/>
                  </a:lnTo>
                  <a:lnTo>
                    <a:pt x="21600" y="7221"/>
                  </a:lnTo>
                  <a:lnTo>
                    <a:pt x="12275" y="7221"/>
                  </a:lnTo>
                  <a:lnTo>
                    <a:pt x="12275" y="16155"/>
                  </a:lnTo>
                  <a:cubicBezTo>
                    <a:pt x="12275" y="17137"/>
                    <a:pt x="12670" y="17805"/>
                    <a:pt x="13456" y="18158"/>
                  </a:cubicBezTo>
                  <a:cubicBezTo>
                    <a:pt x="14242" y="18511"/>
                    <a:pt x="15598" y="18688"/>
                    <a:pt x="17528" y="18688"/>
                  </a:cubicBezTo>
                  <a:lnTo>
                    <a:pt x="21334" y="18688"/>
                  </a:lnTo>
                  <a:lnTo>
                    <a:pt x="21334" y="21596"/>
                  </a:lnTo>
                  <a:lnTo>
                    <a:pt x="15949" y="21596"/>
                  </a:lnTo>
                  <a:lnTo>
                    <a:pt x="15953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325791" y="69346"/>
              <a:ext cx="39636" cy="217728"/>
            </a:xfrm>
            <a:custGeom>
              <a:rect b="b" l="l" r="r" t="t"/>
              <a:pathLst>
                <a:path extrusionOk="0" h="21600" w="21600">
                  <a:moveTo>
                    <a:pt x="10803" y="3753"/>
                  </a:moveTo>
                  <a:cubicBezTo>
                    <a:pt x="7634" y="3753"/>
                    <a:pt x="5041" y="3575"/>
                    <a:pt x="3034" y="3218"/>
                  </a:cubicBezTo>
                  <a:cubicBezTo>
                    <a:pt x="1009" y="2861"/>
                    <a:pt x="0" y="2402"/>
                    <a:pt x="0" y="1848"/>
                  </a:cubicBezTo>
                  <a:cubicBezTo>
                    <a:pt x="0" y="1293"/>
                    <a:pt x="1009" y="870"/>
                    <a:pt x="3034" y="521"/>
                  </a:cubicBezTo>
                  <a:cubicBezTo>
                    <a:pt x="5052" y="175"/>
                    <a:pt x="7634" y="0"/>
                    <a:pt x="10803" y="0"/>
                  </a:cubicBezTo>
                  <a:cubicBezTo>
                    <a:pt x="13972" y="0"/>
                    <a:pt x="16413" y="173"/>
                    <a:pt x="18496" y="521"/>
                  </a:cubicBezTo>
                  <a:cubicBezTo>
                    <a:pt x="20561" y="869"/>
                    <a:pt x="21600" y="1312"/>
                    <a:pt x="21600" y="1848"/>
                  </a:cubicBezTo>
                  <a:cubicBezTo>
                    <a:pt x="21600" y="2384"/>
                    <a:pt x="20561" y="2861"/>
                    <a:pt x="18496" y="3218"/>
                  </a:cubicBezTo>
                  <a:cubicBezTo>
                    <a:pt x="16413" y="3575"/>
                    <a:pt x="13860" y="3753"/>
                    <a:pt x="10803" y="3753"/>
                  </a:cubicBezTo>
                  <a:close/>
                  <a:moveTo>
                    <a:pt x="2611" y="21600"/>
                  </a:moveTo>
                  <a:lnTo>
                    <a:pt x="2611" y="6584"/>
                  </a:lnTo>
                  <a:lnTo>
                    <a:pt x="18977" y="6584"/>
                  </a:lnTo>
                  <a:lnTo>
                    <a:pt x="18977" y="21600"/>
                  </a:lnTo>
                  <a:lnTo>
                    <a:pt x="2611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383477" y="132092"/>
              <a:ext cx="150174" cy="158598"/>
            </a:xfrm>
            <a:custGeom>
              <a:rect b="b" l="l" r="r" t="t"/>
              <a:pathLst>
                <a:path extrusionOk="0" h="21600" w="21600">
                  <a:moveTo>
                    <a:pt x="10801" y="21599"/>
                  </a:moveTo>
                  <a:cubicBezTo>
                    <a:pt x="8726" y="21599"/>
                    <a:pt x="6871" y="21150"/>
                    <a:pt x="5228" y="20249"/>
                  </a:cubicBezTo>
                  <a:cubicBezTo>
                    <a:pt x="3588" y="19349"/>
                    <a:pt x="2306" y="18089"/>
                    <a:pt x="1381" y="16465"/>
                  </a:cubicBezTo>
                  <a:cubicBezTo>
                    <a:pt x="458" y="14844"/>
                    <a:pt x="0" y="12967"/>
                    <a:pt x="0" y="10841"/>
                  </a:cubicBezTo>
                  <a:cubicBezTo>
                    <a:pt x="0" y="8715"/>
                    <a:pt x="471" y="6759"/>
                    <a:pt x="1406" y="5134"/>
                  </a:cubicBezTo>
                  <a:cubicBezTo>
                    <a:pt x="2341" y="3513"/>
                    <a:pt x="3631" y="2251"/>
                    <a:pt x="5271" y="1349"/>
                  </a:cubicBezTo>
                  <a:cubicBezTo>
                    <a:pt x="6911" y="449"/>
                    <a:pt x="8754" y="0"/>
                    <a:pt x="10801" y="0"/>
                  </a:cubicBezTo>
                  <a:cubicBezTo>
                    <a:pt x="12848" y="0"/>
                    <a:pt x="14717" y="449"/>
                    <a:pt x="16329" y="1349"/>
                  </a:cubicBezTo>
                  <a:cubicBezTo>
                    <a:pt x="17941" y="2249"/>
                    <a:pt x="19223" y="3505"/>
                    <a:pt x="20174" y="5110"/>
                  </a:cubicBezTo>
                  <a:cubicBezTo>
                    <a:pt x="21126" y="6720"/>
                    <a:pt x="21600" y="8617"/>
                    <a:pt x="21600" y="10796"/>
                  </a:cubicBezTo>
                  <a:cubicBezTo>
                    <a:pt x="21600" y="12975"/>
                    <a:pt x="21126" y="14840"/>
                    <a:pt x="20174" y="16462"/>
                  </a:cubicBezTo>
                  <a:cubicBezTo>
                    <a:pt x="19223" y="18082"/>
                    <a:pt x="17933" y="19345"/>
                    <a:pt x="16309" y="20247"/>
                  </a:cubicBezTo>
                  <a:cubicBezTo>
                    <a:pt x="14681" y="21147"/>
                    <a:pt x="12846" y="21596"/>
                    <a:pt x="10804" y="21596"/>
                  </a:cubicBezTo>
                  <a:lnTo>
                    <a:pt x="10801" y="21600"/>
                  </a:lnTo>
                  <a:close/>
                  <a:moveTo>
                    <a:pt x="10756" y="18082"/>
                  </a:moveTo>
                  <a:cubicBezTo>
                    <a:pt x="11906" y="18082"/>
                    <a:pt x="12966" y="17811"/>
                    <a:pt x="13933" y="17264"/>
                  </a:cubicBezTo>
                  <a:cubicBezTo>
                    <a:pt x="14897" y="16717"/>
                    <a:pt x="15680" y="15899"/>
                    <a:pt x="16286" y="14809"/>
                  </a:cubicBezTo>
                  <a:cubicBezTo>
                    <a:pt x="16891" y="13720"/>
                    <a:pt x="17193" y="12381"/>
                    <a:pt x="17193" y="10801"/>
                  </a:cubicBezTo>
                  <a:cubicBezTo>
                    <a:pt x="17193" y="9222"/>
                    <a:pt x="16899" y="7850"/>
                    <a:pt x="16309" y="6772"/>
                  </a:cubicBezTo>
                  <a:cubicBezTo>
                    <a:pt x="15720" y="5694"/>
                    <a:pt x="14948" y="4883"/>
                    <a:pt x="13997" y="4336"/>
                  </a:cubicBezTo>
                  <a:cubicBezTo>
                    <a:pt x="13045" y="3789"/>
                    <a:pt x="11995" y="3518"/>
                    <a:pt x="10844" y="3518"/>
                  </a:cubicBezTo>
                  <a:cubicBezTo>
                    <a:pt x="9694" y="3518"/>
                    <a:pt x="8627" y="3789"/>
                    <a:pt x="7648" y="4336"/>
                  </a:cubicBezTo>
                  <a:cubicBezTo>
                    <a:pt x="6668" y="4883"/>
                    <a:pt x="5884" y="5693"/>
                    <a:pt x="5294" y="6772"/>
                  </a:cubicBezTo>
                  <a:cubicBezTo>
                    <a:pt x="4706" y="7850"/>
                    <a:pt x="4412" y="9191"/>
                    <a:pt x="4412" y="10801"/>
                  </a:cubicBezTo>
                  <a:cubicBezTo>
                    <a:pt x="4412" y="12412"/>
                    <a:pt x="4706" y="13720"/>
                    <a:pt x="5294" y="14809"/>
                  </a:cubicBezTo>
                  <a:cubicBezTo>
                    <a:pt x="5884" y="15899"/>
                    <a:pt x="6657" y="16717"/>
                    <a:pt x="7603" y="17264"/>
                  </a:cubicBezTo>
                  <a:cubicBezTo>
                    <a:pt x="8555" y="17811"/>
                    <a:pt x="9605" y="18082"/>
                    <a:pt x="10756" y="180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556009" y="132125"/>
              <a:ext cx="137862" cy="154980"/>
            </a:xfrm>
            <a:custGeom>
              <a:rect b="b" l="l" r="r" t="t"/>
              <a:pathLst>
                <a:path extrusionOk="0" h="21600" w="21600">
                  <a:moveTo>
                    <a:pt x="3" y="21600"/>
                  </a:moveTo>
                  <a:lnTo>
                    <a:pt x="3" y="503"/>
                  </a:lnTo>
                  <a:lnTo>
                    <a:pt x="4241" y="503"/>
                  </a:lnTo>
                  <a:lnTo>
                    <a:pt x="4523" y="4101"/>
                  </a:lnTo>
                  <a:cubicBezTo>
                    <a:pt x="5277" y="2817"/>
                    <a:pt x="6336" y="1814"/>
                    <a:pt x="7698" y="1088"/>
                  </a:cubicBezTo>
                  <a:cubicBezTo>
                    <a:pt x="9062" y="363"/>
                    <a:pt x="10655" y="0"/>
                    <a:pt x="12472" y="0"/>
                  </a:cubicBezTo>
                  <a:cubicBezTo>
                    <a:pt x="14385" y="0"/>
                    <a:pt x="16014" y="336"/>
                    <a:pt x="17364" y="1002"/>
                  </a:cubicBezTo>
                  <a:cubicBezTo>
                    <a:pt x="18712" y="1670"/>
                    <a:pt x="19758" y="2685"/>
                    <a:pt x="20495" y="4038"/>
                  </a:cubicBezTo>
                  <a:cubicBezTo>
                    <a:pt x="21232" y="5392"/>
                    <a:pt x="21600" y="7086"/>
                    <a:pt x="21600" y="9122"/>
                  </a:cubicBezTo>
                  <a:lnTo>
                    <a:pt x="21600" y="21597"/>
                  </a:lnTo>
                  <a:lnTo>
                    <a:pt x="16895" y="21597"/>
                  </a:lnTo>
                  <a:lnTo>
                    <a:pt x="16895" y="9542"/>
                  </a:lnTo>
                  <a:cubicBezTo>
                    <a:pt x="16895" y="7590"/>
                    <a:pt x="16409" y="6106"/>
                    <a:pt x="15437" y="5083"/>
                  </a:cubicBezTo>
                  <a:cubicBezTo>
                    <a:pt x="14466" y="4064"/>
                    <a:pt x="13052" y="3555"/>
                    <a:pt x="11201" y="3555"/>
                  </a:cubicBezTo>
                  <a:cubicBezTo>
                    <a:pt x="9978" y="3555"/>
                    <a:pt x="8882" y="3821"/>
                    <a:pt x="7905" y="4350"/>
                  </a:cubicBezTo>
                  <a:cubicBezTo>
                    <a:pt x="6933" y="4883"/>
                    <a:pt x="6157" y="5647"/>
                    <a:pt x="5577" y="6654"/>
                  </a:cubicBezTo>
                  <a:cubicBezTo>
                    <a:pt x="4995" y="7656"/>
                    <a:pt x="4705" y="8887"/>
                    <a:pt x="4705" y="10338"/>
                  </a:cubicBezTo>
                  <a:lnTo>
                    <a:pt x="4705" y="21598"/>
                  </a:lnTo>
                  <a:lnTo>
                    <a:pt x="0" y="21598"/>
                  </a:lnTo>
                  <a:lnTo>
                    <a:pt x="3" y="215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10861" y="64037"/>
              <a:ext cx="208872" cy="238433"/>
            </a:xfrm>
            <a:custGeom>
              <a:rect b="b" l="l" r="r" t="t"/>
              <a:pathLst>
                <a:path extrusionOk="0" h="21563" w="21600">
                  <a:moveTo>
                    <a:pt x="11420" y="8827"/>
                  </a:moveTo>
                  <a:cubicBezTo>
                    <a:pt x="12216" y="8427"/>
                    <a:pt x="13200" y="8427"/>
                    <a:pt x="13997" y="8827"/>
                  </a:cubicBezTo>
                  <a:lnTo>
                    <a:pt x="16054" y="9866"/>
                  </a:lnTo>
                  <a:cubicBezTo>
                    <a:pt x="16120" y="9898"/>
                    <a:pt x="16191" y="9923"/>
                    <a:pt x="16263" y="9941"/>
                  </a:cubicBezTo>
                  <a:cubicBezTo>
                    <a:pt x="16278" y="9946"/>
                    <a:pt x="16292" y="9948"/>
                    <a:pt x="16309" y="9950"/>
                  </a:cubicBezTo>
                  <a:cubicBezTo>
                    <a:pt x="16380" y="9965"/>
                    <a:pt x="16453" y="9973"/>
                    <a:pt x="16524" y="9976"/>
                  </a:cubicBezTo>
                  <a:lnTo>
                    <a:pt x="16535" y="9976"/>
                  </a:lnTo>
                  <a:cubicBezTo>
                    <a:pt x="16544" y="9976"/>
                    <a:pt x="16550" y="9976"/>
                    <a:pt x="16559" y="9973"/>
                  </a:cubicBezTo>
                  <a:cubicBezTo>
                    <a:pt x="16624" y="9973"/>
                    <a:pt x="16690" y="9963"/>
                    <a:pt x="16756" y="9950"/>
                  </a:cubicBezTo>
                  <a:cubicBezTo>
                    <a:pt x="16767" y="9950"/>
                    <a:pt x="16779" y="9948"/>
                    <a:pt x="16790" y="9943"/>
                  </a:cubicBezTo>
                  <a:cubicBezTo>
                    <a:pt x="16859" y="9925"/>
                    <a:pt x="16927" y="9900"/>
                    <a:pt x="16991" y="9871"/>
                  </a:cubicBezTo>
                  <a:cubicBezTo>
                    <a:pt x="16996" y="9868"/>
                    <a:pt x="17005" y="9866"/>
                    <a:pt x="17011" y="9863"/>
                  </a:cubicBezTo>
                  <a:lnTo>
                    <a:pt x="21123" y="7785"/>
                  </a:lnTo>
                  <a:cubicBezTo>
                    <a:pt x="21419" y="7637"/>
                    <a:pt x="21599" y="7362"/>
                    <a:pt x="21599" y="7064"/>
                  </a:cubicBezTo>
                  <a:lnTo>
                    <a:pt x="21599" y="2909"/>
                  </a:lnTo>
                  <a:cubicBezTo>
                    <a:pt x="21599" y="2612"/>
                    <a:pt x="21419" y="2336"/>
                    <a:pt x="21123" y="2189"/>
                  </a:cubicBezTo>
                  <a:lnTo>
                    <a:pt x="17011" y="111"/>
                  </a:lnTo>
                  <a:cubicBezTo>
                    <a:pt x="16716" y="-37"/>
                    <a:pt x="16353" y="-37"/>
                    <a:pt x="16057" y="111"/>
                  </a:cubicBezTo>
                  <a:lnTo>
                    <a:pt x="11945" y="2189"/>
                  </a:lnTo>
                  <a:cubicBezTo>
                    <a:pt x="11945" y="2189"/>
                    <a:pt x="11933" y="2197"/>
                    <a:pt x="11928" y="2199"/>
                  </a:cubicBezTo>
                  <a:cubicBezTo>
                    <a:pt x="11866" y="2231"/>
                    <a:pt x="11804" y="2272"/>
                    <a:pt x="11753" y="2316"/>
                  </a:cubicBezTo>
                  <a:cubicBezTo>
                    <a:pt x="11744" y="2324"/>
                    <a:pt x="11739" y="2331"/>
                    <a:pt x="11730" y="2339"/>
                  </a:cubicBezTo>
                  <a:cubicBezTo>
                    <a:pt x="11684" y="2382"/>
                    <a:pt x="11644" y="2429"/>
                    <a:pt x="11607" y="2479"/>
                  </a:cubicBezTo>
                  <a:cubicBezTo>
                    <a:pt x="11602" y="2487"/>
                    <a:pt x="11596" y="2494"/>
                    <a:pt x="11591" y="2504"/>
                  </a:cubicBezTo>
                  <a:cubicBezTo>
                    <a:pt x="11556" y="2560"/>
                    <a:pt x="11527" y="2617"/>
                    <a:pt x="11507" y="2680"/>
                  </a:cubicBezTo>
                  <a:cubicBezTo>
                    <a:pt x="11501" y="2692"/>
                    <a:pt x="11498" y="2705"/>
                    <a:pt x="11496" y="2720"/>
                  </a:cubicBezTo>
                  <a:cubicBezTo>
                    <a:pt x="11479" y="2782"/>
                    <a:pt x="11467" y="2847"/>
                    <a:pt x="11467" y="2915"/>
                  </a:cubicBezTo>
                  <a:lnTo>
                    <a:pt x="11467" y="4993"/>
                  </a:lnTo>
                  <a:cubicBezTo>
                    <a:pt x="11467" y="5795"/>
                    <a:pt x="10975" y="6542"/>
                    <a:pt x="10179" y="6943"/>
                  </a:cubicBezTo>
                  <a:cubicBezTo>
                    <a:pt x="9383" y="7343"/>
                    <a:pt x="8398" y="7343"/>
                    <a:pt x="7602" y="6943"/>
                  </a:cubicBezTo>
                  <a:lnTo>
                    <a:pt x="5545" y="5904"/>
                  </a:lnTo>
                  <a:cubicBezTo>
                    <a:pt x="5479" y="5872"/>
                    <a:pt x="5408" y="5846"/>
                    <a:pt x="5335" y="5829"/>
                  </a:cubicBezTo>
                  <a:cubicBezTo>
                    <a:pt x="5321" y="5824"/>
                    <a:pt x="5306" y="5821"/>
                    <a:pt x="5290" y="5819"/>
                  </a:cubicBezTo>
                  <a:cubicBezTo>
                    <a:pt x="5219" y="5804"/>
                    <a:pt x="5146" y="5797"/>
                    <a:pt x="5075" y="5794"/>
                  </a:cubicBezTo>
                  <a:lnTo>
                    <a:pt x="5044" y="5794"/>
                  </a:lnTo>
                  <a:cubicBezTo>
                    <a:pt x="4975" y="5794"/>
                    <a:pt x="4909" y="5803"/>
                    <a:pt x="4843" y="5816"/>
                  </a:cubicBezTo>
                  <a:cubicBezTo>
                    <a:pt x="4832" y="5816"/>
                    <a:pt x="4820" y="5819"/>
                    <a:pt x="4812" y="5821"/>
                  </a:cubicBezTo>
                  <a:cubicBezTo>
                    <a:pt x="4741" y="5838"/>
                    <a:pt x="4675" y="5864"/>
                    <a:pt x="4608" y="5894"/>
                  </a:cubicBezTo>
                  <a:cubicBezTo>
                    <a:pt x="4603" y="5897"/>
                    <a:pt x="4594" y="5899"/>
                    <a:pt x="4588" y="5902"/>
                  </a:cubicBezTo>
                  <a:lnTo>
                    <a:pt x="475" y="7980"/>
                  </a:lnTo>
                  <a:cubicBezTo>
                    <a:pt x="180" y="8128"/>
                    <a:pt x="0" y="8402"/>
                    <a:pt x="0" y="8700"/>
                  </a:cubicBezTo>
                  <a:lnTo>
                    <a:pt x="0" y="12855"/>
                  </a:lnTo>
                  <a:cubicBezTo>
                    <a:pt x="0" y="13153"/>
                    <a:pt x="180" y="13429"/>
                    <a:pt x="475" y="13576"/>
                  </a:cubicBezTo>
                  <a:lnTo>
                    <a:pt x="4588" y="15654"/>
                  </a:lnTo>
                  <a:cubicBezTo>
                    <a:pt x="4588" y="15654"/>
                    <a:pt x="4603" y="15658"/>
                    <a:pt x="4608" y="15661"/>
                  </a:cubicBezTo>
                  <a:cubicBezTo>
                    <a:pt x="4674" y="15691"/>
                    <a:pt x="4740" y="15717"/>
                    <a:pt x="4812" y="15734"/>
                  </a:cubicBezTo>
                  <a:cubicBezTo>
                    <a:pt x="4823" y="15737"/>
                    <a:pt x="4836" y="15739"/>
                    <a:pt x="4847" y="15742"/>
                  </a:cubicBezTo>
                  <a:cubicBezTo>
                    <a:pt x="4912" y="15755"/>
                    <a:pt x="4978" y="15763"/>
                    <a:pt x="5044" y="15765"/>
                  </a:cubicBezTo>
                  <a:cubicBezTo>
                    <a:pt x="5053" y="15765"/>
                    <a:pt x="5058" y="15767"/>
                    <a:pt x="5067" y="15767"/>
                  </a:cubicBezTo>
                  <a:lnTo>
                    <a:pt x="5078" y="15767"/>
                  </a:lnTo>
                  <a:cubicBezTo>
                    <a:pt x="5149" y="15767"/>
                    <a:pt x="5222" y="15758"/>
                    <a:pt x="5293" y="15742"/>
                  </a:cubicBezTo>
                  <a:cubicBezTo>
                    <a:pt x="5308" y="15739"/>
                    <a:pt x="5322" y="15734"/>
                    <a:pt x="5339" y="15732"/>
                  </a:cubicBezTo>
                  <a:cubicBezTo>
                    <a:pt x="5410" y="15715"/>
                    <a:pt x="5479" y="15690"/>
                    <a:pt x="5548" y="15657"/>
                  </a:cubicBezTo>
                  <a:lnTo>
                    <a:pt x="7606" y="14618"/>
                  </a:lnTo>
                  <a:cubicBezTo>
                    <a:pt x="8402" y="14218"/>
                    <a:pt x="9386" y="14218"/>
                    <a:pt x="10181" y="14618"/>
                  </a:cubicBezTo>
                  <a:cubicBezTo>
                    <a:pt x="10974" y="15019"/>
                    <a:pt x="11469" y="15767"/>
                    <a:pt x="11469" y="16569"/>
                  </a:cubicBezTo>
                  <a:lnTo>
                    <a:pt x="11469" y="18647"/>
                  </a:lnTo>
                  <a:cubicBezTo>
                    <a:pt x="11469" y="18714"/>
                    <a:pt x="11480" y="18779"/>
                    <a:pt x="11498" y="18841"/>
                  </a:cubicBezTo>
                  <a:cubicBezTo>
                    <a:pt x="11501" y="18854"/>
                    <a:pt x="11504" y="18869"/>
                    <a:pt x="11509" y="18881"/>
                  </a:cubicBezTo>
                  <a:cubicBezTo>
                    <a:pt x="11529" y="18942"/>
                    <a:pt x="11558" y="19001"/>
                    <a:pt x="11592" y="19057"/>
                  </a:cubicBezTo>
                  <a:cubicBezTo>
                    <a:pt x="11597" y="19064"/>
                    <a:pt x="11603" y="19071"/>
                    <a:pt x="11609" y="19082"/>
                  </a:cubicBezTo>
                  <a:cubicBezTo>
                    <a:pt x="11644" y="19132"/>
                    <a:pt x="11684" y="19179"/>
                    <a:pt x="11733" y="19222"/>
                  </a:cubicBezTo>
                  <a:cubicBezTo>
                    <a:pt x="11742" y="19230"/>
                    <a:pt x="11748" y="19237"/>
                    <a:pt x="11756" y="19245"/>
                  </a:cubicBezTo>
                  <a:cubicBezTo>
                    <a:pt x="11808" y="19289"/>
                    <a:pt x="11868" y="19327"/>
                    <a:pt x="11931" y="19362"/>
                  </a:cubicBezTo>
                  <a:cubicBezTo>
                    <a:pt x="11937" y="19365"/>
                    <a:pt x="11942" y="19370"/>
                    <a:pt x="11948" y="19372"/>
                  </a:cubicBezTo>
                  <a:lnTo>
                    <a:pt x="16061" y="21450"/>
                  </a:lnTo>
                  <a:cubicBezTo>
                    <a:pt x="16207" y="21525"/>
                    <a:pt x="16373" y="21563"/>
                    <a:pt x="16536" y="21563"/>
                  </a:cubicBezTo>
                  <a:cubicBezTo>
                    <a:pt x="16700" y="21563"/>
                    <a:pt x="16866" y="21525"/>
                    <a:pt x="17012" y="21450"/>
                  </a:cubicBezTo>
                  <a:lnTo>
                    <a:pt x="21125" y="19372"/>
                  </a:lnTo>
                  <a:cubicBezTo>
                    <a:pt x="21420" y="19224"/>
                    <a:pt x="21600" y="18950"/>
                    <a:pt x="21600" y="18652"/>
                  </a:cubicBezTo>
                  <a:lnTo>
                    <a:pt x="21600" y="14497"/>
                  </a:lnTo>
                  <a:cubicBezTo>
                    <a:pt x="21600" y="14199"/>
                    <a:pt x="21420" y="13923"/>
                    <a:pt x="21125" y="13776"/>
                  </a:cubicBezTo>
                  <a:lnTo>
                    <a:pt x="17012" y="11698"/>
                  </a:lnTo>
                  <a:cubicBezTo>
                    <a:pt x="17012" y="11698"/>
                    <a:pt x="16997" y="11693"/>
                    <a:pt x="16992" y="11690"/>
                  </a:cubicBezTo>
                  <a:cubicBezTo>
                    <a:pt x="16926" y="11660"/>
                    <a:pt x="16860" y="11635"/>
                    <a:pt x="16789" y="11617"/>
                  </a:cubicBezTo>
                  <a:cubicBezTo>
                    <a:pt x="16778" y="11615"/>
                    <a:pt x="16769" y="11615"/>
                    <a:pt x="16758" y="11613"/>
                  </a:cubicBezTo>
                  <a:cubicBezTo>
                    <a:pt x="16692" y="11598"/>
                    <a:pt x="16623" y="11590"/>
                    <a:pt x="16557" y="11590"/>
                  </a:cubicBezTo>
                  <a:lnTo>
                    <a:pt x="16526" y="11590"/>
                  </a:lnTo>
                  <a:cubicBezTo>
                    <a:pt x="16455" y="11590"/>
                    <a:pt x="16384" y="11600"/>
                    <a:pt x="16311" y="11615"/>
                  </a:cubicBezTo>
                  <a:cubicBezTo>
                    <a:pt x="16297" y="11618"/>
                    <a:pt x="16282" y="11623"/>
                    <a:pt x="16269" y="11625"/>
                  </a:cubicBezTo>
                  <a:cubicBezTo>
                    <a:pt x="16198" y="11643"/>
                    <a:pt x="16129" y="11668"/>
                    <a:pt x="16060" y="11700"/>
                  </a:cubicBezTo>
                  <a:lnTo>
                    <a:pt x="14002" y="12739"/>
                  </a:lnTo>
                  <a:cubicBezTo>
                    <a:pt x="13209" y="13139"/>
                    <a:pt x="12222" y="13139"/>
                    <a:pt x="11427" y="12739"/>
                  </a:cubicBezTo>
                  <a:cubicBezTo>
                    <a:pt x="10634" y="12339"/>
                    <a:pt x="10139" y="11590"/>
                    <a:pt x="10139" y="10789"/>
                  </a:cubicBezTo>
                  <a:cubicBezTo>
                    <a:pt x="10139" y="9987"/>
                    <a:pt x="10631" y="9240"/>
                    <a:pt x="11427" y="8838"/>
                  </a:cubicBezTo>
                  <a:lnTo>
                    <a:pt x="11424" y="88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1" y="0"/>
              <a:ext cx="208872" cy="174385"/>
            </a:xfrm>
            <a:custGeom>
              <a:rect b="b" l="l" r="r" t="t"/>
              <a:pathLst>
                <a:path extrusionOk="0" h="21549" w="21600">
                  <a:moveTo>
                    <a:pt x="474" y="18555"/>
                  </a:moveTo>
                  <a:lnTo>
                    <a:pt x="4587" y="21395"/>
                  </a:lnTo>
                  <a:cubicBezTo>
                    <a:pt x="4733" y="21497"/>
                    <a:pt x="4899" y="21549"/>
                    <a:pt x="5063" y="21549"/>
                  </a:cubicBezTo>
                  <a:cubicBezTo>
                    <a:pt x="5226" y="21549"/>
                    <a:pt x="5392" y="21497"/>
                    <a:pt x="5538" y="21395"/>
                  </a:cubicBezTo>
                  <a:lnTo>
                    <a:pt x="9651" y="18555"/>
                  </a:lnTo>
                  <a:cubicBezTo>
                    <a:pt x="9651" y="18555"/>
                    <a:pt x="9662" y="18545"/>
                    <a:pt x="9668" y="18542"/>
                  </a:cubicBezTo>
                  <a:cubicBezTo>
                    <a:pt x="9731" y="18498"/>
                    <a:pt x="9790" y="18442"/>
                    <a:pt x="9842" y="18381"/>
                  </a:cubicBezTo>
                  <a:cubicBezTo>
                    <a:pt x="9851" y="18371"/>
                    <a:pt x="9857" y="18361"/>
                    <a:pt x="9866" y="18351"/>
                  </a:cubicBezTo>
                  <a:cubicBezTo>
                    <a:pt x="9912" y="18292"/>
                    <a:pt x="9952" y="18227"/>
                    <a:pt x="9989" y="18159"/>
                  </a:cubicBezTo>
                  <a:cubicBezTo>
                    <a:pt x="9995" y="18148"/>
                    <a:pt x="10001" y="18139"/>
                    <a:pt x="10006" y="18124"/>
                  </a:cubicBezTo>
                  <a:cubicBezTo>
                    <a:pt x="10041" y="18049"/>
                    <a:pt x="10070" y="17970"/>
                    <a:pt x="10090" y="17885"/>
                  </a:cubicBezTo>
                  <a:cubicBezTo>
                    <a:pt x="10095" y="17868"/>
                    <a:pt x="10099" y="17850"/>
                    <a:pt x="10101" y="17830"/>
                  </a:cubicBezTo>
                  <a:cubicBezTo>
                    <a:pt x="10117" y="17745"/>
                    <a:pt x="10130" y="17656"/>
                    <a:pt x="10130" y="17564"/>
                  </a:cubicBezTo>
                  <a:lnTo>
                    <a:pt x="10130" y="14725"/>
                  </a:lnTo>
                  <a:cubicBezTo>
                    <a:pt x="10130" y="13630"/>
                    <a:pt x="10622" y="12608"/>
                    <a:pt x="11418" y="12061"/>
                  </a:cubicBezTo>
                  <a:cubicBezTo>
                    <a:pt x="12214" y="11515"/>
                    <a:pt x="13198" y="11515"/>
                    <a:pt x="13994" y="12061"/>
                  </a:cubicBezTo>
                  <a:lnTo>
                    <a:pt x="16052" y="13481"/>
                  </a:lnTo>
                  <a:cubicBezTo>
                    <a:pt x="16118" y="13525"/>
                    <a:pt x="16189" y="13560"/>
                    <a:pt x="16261" y="13584"/>
                  </a:cubicBezTo>
                  <a:cubicBezTo>
                    <a:pt x="16276" y="13590"/>
                    <a:pt x="16290" y="13594"/>
                    <a:pt x="16307" y="13597"/>
                  </a:cubicBezTo>
                  <a:cubicBezTo>
                    <a:pt x="16378" y="13617"/>
                    <a:pt x="16447" y="13627"/>
                    <a:pt x="16522" y="13631"/>
                  </a:cubicBezTo>
                  <a:lnTo>
                    <a:pt x="16533" y="13631"/>
                  </a:lnTo>
                  <a:cubicBezTo>
                    <a:pt x="16542" y="13631"/>
                    <a:pt x="16547" y="13627"/>
                    <a:pt x="16556" y="13627"/>
                  </a:cubicBezTo>
                  <a:cubicBezTo>
                    <a:pt x="16622" y="13627"/>
                    <a:pt x="16688" y="13614"/>
                    <a:pt x="16753" y="13597"/>
                  </a:cubicBezTo>
                  <a:cubicBezTo>
                    <a:pt x="16764" y="13597"/>
                    <a:pt x="16777" y="13593"/>
                    <a:pt x="16788" y="13586"/>
                  </a:cubicBezTo>
                  <a:cubicBezTo>
                    <a:pt x="16859" y="13562"/>
                    <a:pt x="16925" y="13528"/>
                    <a:pt x="16992" y="13486"/>
                  </a:cubicBezTo>
                  <a:cubicBezTo>
                    <a:pt x="16997" y="13484"/>
                    <a:pt x="17006" y="13480"/>
                    <a:pt x="17012" y="13476"/>
                  </a:cubicBezTo>
                  <a:lnTo>
                    <a:pt x="21125" y="10637"/>
                  </a:lnTo>
                  <a:cubicBezTo>
                    <a:pt x="21420" y="10434"/>
                    <a:pt x="21600" y="10059"/>
                    <a:pt x="21600" y="9652"/>
                  </a:cubicBezTo>
                  <a:lnTo>
                    <a:pt x="21600" y="3975"/>
                  </a:lnTo>
                  <a:cubicBezTo>
                    <a:pt x="21600" y="3568"/>
                    <a:pt x="21420" y="3191"/>
                    <a:pt x="21125" y="2990"/>
                  </a:cubicBezTo>
                  <a:lnTo>
                    <a:pt x="17012" y="151"/>
                  </a:lnTo>
                  <a:cubicBezTo>
                    <a:pt x="16717" y="-51"/>
                    <a:pt x="16354" y="-51"/>
                    <a:pt x="16059" y="151"/>
                  </a:cubicBezTo>
                  <a:lnTo>
                    <a:pt x="11946" y="2990"/>
                  </a:lnTo>
                  <a:cubicBezTo>
                    <a:pt x="11946" y="2990"/>
                    <a:pt x="11935" y="3001"/>
                    <a:pt x="11929" y="3004"/>
                  </a:cubicBezTo>
                  <a:cubicBezTo>
                    <a:pt x="11867" y="3048"/>
                    <a:pt x="11807" y="3104"/>
                    <a:pt x="11754" y="3165"/>
                  </a:cubicBezTo>
                  <a:cubicBezTo>
                    <a:pt x="11745" y="3175"/>
                    <a:pt x="11740" y="3185"/>
                    <a:pt x="11731" y="3195"/>
                  </a:cubicBezTo>
                  <a:cubicBezTo>
                    <a:pt x="11685" y="3254"/>
                    <a:pt x="11645" y="3319"/>
                    <a:pt x="11607" y="3387"/>
                  </a:cubicBezTo>
                  <a:cubicBezTo>
                    <a:pt x="11602" y="3398"/>
                    <a:pt x="11596" y="3407"/>
                    <a:pt x="11591" y="3421"/>
                  </a:cubicBezTo>
                  <a:cubicBezTo>
                    <a:pt x="11556" y="3497"/>
                    <a:pt x="11527" y="3576"/>
                    <a:pt x="11507" y="3661"/>
                  </a:cubicBezTo>
                  <a:cubicBezTo>
                    <a:pt x="11501" y="3678"/>
                    <a:pt x="11498" y="3696"/>
                    <a:pt x="11496" y="3716"/>
                  </a:cubicBezTo>
                  <a:cubicBezTo>
                    <a:pt x="11478" y="3801"/>
                    <a:pt x="11467" y="3890"/>
                    <a:pt x="11467" y="3983"/>
                  </a:cubicBezTo>
                  <a:lnTo>
                    <a:pt x="11467" y="6822"/>
                  </a:lnTo>
                  <a:cubicBezTo>
                    <a:pt x="11467" y="7917"/>
                    <a:pt x="10975" y="8939"/>
                    <a:pt x="10179" y="9487"/>
                  </a:cubicBezTo>
                  <a:cubicBezTo>
                    <a:pt x="9386" y="10034"/>
                    <a:pt x="8398" y="10034"/>
                    <a:pt x="7602" y="9487"/>
                  </a:cubicBezTo>
                  <a:lnTo>
                    <a:pt x="5545" y="8067"/>
                  </a:lnTo>
                  <a:cubicBezTo>
                    <a:pt x="5479" y="8024"/>
                    <a:pt x="5408" y="7989"/>
                    <a:pt x="5335" y="7965"/>
                  </a:cubicBezTo>
                  <a:cubicBezTo>
                    <a:pt x="5321" y="7958"/>
                    <a:pt x="5306" y="7954"/>
                    <a:pt x="5290" y="7952"/>
                  </a:cubicBezTo>
                  <a:cubicBezTo>
                    <a:pt x="5219" y="7932"/>
                    <a:pt x="5146" y="7921"/>
                    <a:pt x="5075" y="7917"/>
                  </a:cubicBezTo>
                  <a:lnTo>
                    <a:pt x="5044" y="7917"/>
                  </a:lnTo>
                  <a:cubicBezTo>
                    <a:pt x="4975" y="7917"/>
                    <a:pt x="4909" y="7930"/>
                    <a:pt x="4843" y="7948"/>
                  </a:cubicBezTo>
                  <a:cubicBezTo>
                    <a:pt x="4832" y="7948"/>
                    <a:pt x="4820" y="7952"/>
                    <a:pt x="4812" y="7954"/>
                  </a:cubicBezTo>
                  <a:cubicBezTo>
                    <a:pt x="4741" y="7978"/>
                    <a:pt x="4675" y="8013"/>
                    <a:pt x="4608" y="8054"/>
                  </a:cubicBezTo>
                  <a:cubicBezTo>
                    <a:pt x="4603" y="8058"/>
                    <a:pt x="4594" y="8061"/>
                    <a:pt x="4588" y="8065"/>
                  </a:cubicBezTo>
                  <a:lnTo>
                    <a:pt x="475" y="10904"/>
                  </a:lnTo>
                  <a:cubicBezTo>
                    <a:pt x="180" y="11106"/>
                    <a:pt x="0" y="11481"/>
                    <a:pt x="0" y="11889"/>
                  </a:cubicBezTo>
                  <a:lnTo>
                    <a:pt x="0" y="17566"/>
                  </a:lnTo>
                  <a:cubicBezTo>
                    <a:pt x="0" y="17973"/>
                    <a:pt x="180" y="18349"/>
                    <a:pt x="475" y="18550"/>
                  </a:cubicBezTo>
                  <a:lnTo>
                    <a:pt x="475" y="18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0" y="191974"/>
              <a:ext cx="208818" cy="174385"/>
            </a:xfrm>
            <a:custGeom>
              <a:rect b="b" l="l" r="r" t="t"/>
              <a:pathLst>
                <a:path extrusionOk="0" h="21549" w="21600">
                  <a:moveTo>
                    <a:pt x="21127" y="10907"/>
                  </a:moveTo>
                  <a:lnTo>
                    <a:pt x="17013" y="8067"/>
                  </a:lnTo>
                  <a:cubicBezTo>
                    <a:pt x="17013" y="8067"/>
                    <a:pt x="16998" y="8061"/>
                    <a:pt x="16993" y="8057"/>
                  </a:cubicBezTo>
                  <a:cubicBezTo>
                    <a:pt x="16927" y="8016"/>
                    <a:pt x="16861" y="7982"/>
                    <a:pt x="16789" y="7958"/>
                  </a:cubicBezTo>
                  <a:cubicBezTo>
                    <a:pt x="16778" y="7954"/>
                    <a:pt x="16765" y="7952"/>
                    <a:pt x="16754" y="7948"/>
                  </a:cubicBezTo>
                  <a:cubicBezTo>
                    <a:pt x="16689" y="7930"/>
                    <a:pt x="16623" y="7917"/>
                    <a:pt x="16554" y="7917"/>
                  </a:cubicBezTo>
                  <a:lnTo>
                    <a:pt x="16523" y="7917"/>
                  </a:lnTo>
                  <a:cubicBezTo>
                    <a:pt x="16451" y="7917"/>
                    <a:pt x="16379" y="7930"/>
                    <a:pt x="16308" y="7952"/>
                  </a:cubicBezTo>
                  <a:cubicBezTo>
                    <a:pt x="16293" y="7956"/>
                    <a:pt x="16279" y="7962"/>
                    <a:pt x="16264" y="7965"/>
                  </a:cubicBezTo>
                  <a:cubicBezTo>
                    <a:pt x="16193" y="7989"/>
                    <a:pt x="16124" y="8024"/>
                    <a:pt x="16055" y="8067"/>
                  </a:cubicBezTo>
                  <a:lnTo>
                    <a:pt x="13997" y="9487"/>
                  </a:lnTo>
                  <a:cubicBezTo>
                    <a:pt x="13204" y="10034"/>
                    <a:pt x="12216" y="10034"/>
                    <a:pt x="11423" y="9487"/>
                  </a:cubicBezTo>
                  <a:cubicBezTo>
                    <a:pt x="10627" y="8940"/>
                    <a:pt x="10135" y="7917"/>
                    <a:pt x="10135" y="6822"/>
                  </a:cubicBezTo>
                  <a:lnTo>
                    <a:pt x="10135" y="3983"/>
                  </a:lnTo>
                  <a:cubicBezTo>
                    <a:pt x="10135" y="3891"/>
                    <a:pt x="10123" y="3802"/>
                    <a:pt x="10106" y="3716"/>
                  </a:cubicBezTo>
                  <a:cubicBezTo>
                    <a:pt x="10103" y="3698"/>
                    <a:pt x="10100" y="3678"/>
                    <a:pt x="10094" y="3661"/>
                  </a:cubicBezTo>
                  <a:cubicBezTo>
                    <a:pt x="10074" y="3578"/>
                    <a:pt x="10045" y="3497"/>
                    <a:pt x="10011" y="3421"/>
                  </a:cubicBezTo>
                  <a:cubicBezTo>
                    <a:pt x="10005" y="3411"/>
                    <a:pt x="10000" y="3402"/>
                    <a:pt x="9994" y="3387"/>
                  </a:cubicBezTo>
                  <a:cubicBezTo>
                    <a:pt x="9960" y="3319"/>
                    <a:pt x="9920" y="3254"/>
                    <a:pt x="9871" y="3195"/>
                  </a:cubicBezTo>
                  <a:cubicBezTo>
                    <a:pt x="9862" y="3185"/>
                    <a:pt x="9856" y="3175"/>
                    <a:pt x="9848" y="3165"/>
                  </a:cubicBezTo>
                  <a:cubicBezTo>
                    <a:pt x="9797" y="3104"/>
                    <a:pt x="9737" y="3052"/>
                    <a:pt x="9674" y="3004"/>
                  </a:cubicBezTo>
                  <a:cubicBezTo>
                    <a:pt x="9668" y="3000"/>
                    <a:pt x="9662" y="2993"/>
                    <a:pt x="9657" y="2990"/>
                  </a:cubicBezTo>
                  <a:lnTo>
                    <a:pt x="5543" y="151"/>
                  </a:lnTo>
                  <a:cubicBezTo>
                    <a:pt x="5248" y="-51"/>
                    <a:pt x="4885" y="-51"/>
                    <a:pt x="4590" y="151"/>
                  </a:cubicBezTo>
                  <a:lnTo>
                    <a:pt x="476" y="2990"/>
                  </a:lnTo>
                  <a:cubicBezTo>
                    <a:pt x="180" y="3193"/>
                    <a:pt x="0" y="3568"/>
                    <a:pt x="0" y="3975"/>
                  </a:cubicBezTo>
                  <a:lnTo>
                    <a:pt x="0" y="9652"/>
                  </a:lnTo>
                  <a:cubicBezTo>
                    <a:pt x="0" y="10059"/>
                    <a:pt x="180" y="10436"/>
                    <a:pt x="476" y="10637"/>
                  </a:cubicBezTo>
                  <a:lnTo>
                    <a:pt x="4590" y="13476"/>
                  </a:lnTo>
                  <a:cubicBezTo>
                    <a:pt x="4590" y="13476"/>
                    <a:pt x="4604" y="13482"/>
                    <a:pt x="4610" y="13486"/>
                  </a:cubicBezTo>
                  <a:cubicBezTo>
                    <a:pt x="4675" y="13528"/>
                    <a:pt x="4741" y="13561"/>
                    <a:pt x="4810" y="13585"/>
                  </a:cubicBezTo>
                  <a:cubicBezTo>
                    <a:pt x="4821" y="13589"/>
                    <a:pt x="4833" y="13592"/>
                    <a:pt x="4845" y="13596"/>
                  </a:cubicBezTo>
                  <a:cubicBezTo>
                    <a:pt x="4910" y="13613"/>
                    <a:pt x="4974" y="13623"/>
                    <a:pt x="5042" y="13626"/>
                  </a:cubicBezTo>
                  <a:cubicBezTo>
                    <a:pt x="5051" y="13626"/>
                    <a:pt x="5058" y="13629"/>
                    <a:pt x="5065" y="13629"/>
                  </a:cubicBezTo>
                  <a:lnTo>
                    <a:pt x="5076" y="13629"/>
                  </a:lnTo>
                  <a:cubicBezTo>
                    <a:pt x="5147" y="13629"/>
                    <a:pt x="5220" y="13615"/>
                    <a:pt x="5288" y="13594"/>
                  </a:cubicBezTo>
                  <a:cubicBezTo>
                    <a:pt x="5302" y="13590"/>
                    <a:pt x="5319" y="13584"/>
                    <a:pt x="5333" y="13581"/>
                  </a:cubicBezTo>
                  <a:cubicBezTo>
                    <a:pt x="5405" y="13557"/>
                    <a:pt x="5474" y="13522"/>
                    <a:pt x="5543" y="13478"/>
                  </a:cubicBezTo>
                  <a:lnTo>
                    <a:pt x="7601" y="12059"/>
                  </a:lnTo>
                  <a:cubicBezTo>
                    <a:pt x="8397" y="11512"/>
                    <a:pt x="9382" y="11512"/>
                    <a:pt x="10178" y="12059"/>
                  </a:cubicBezTo>
                  <a:cubicBezTo>
                    <a:pt x="10971" y="12606"/>
                    <a:pt x="11467" y="13629"/>
                    <a:pt x="11467" y="14724"/>
                  </a:cubicBezTo>
                  <a:lnTo>
                    <a:pt x="11467" y="17563"/>
                  </a:lnTo>
                  <a:cubicBezTo>
                    <a:pt x="11467" y="17655"/>
                    <a:pt x="11478" y="17744"/>
                    <a:pt x="11495" y="17830"/>
                  </a:cubicBezTo>
                  <a:cubicBezTo>
                    <a:pt x="11499" y="17848"/>
                    <a:pt x="11501" y="17868"/>
                    <a:pt x="11507" y="17885"/>
                  </a:cubicBezTo>
                  <a:cubicBezTo>
                    <a:pt x="11527" y="17967"/>
                    <a:pt x="11556" y="18049"/>
                    <a:pt x="11590" y="18124"/>
                  </a:cubicBezTo>
                  <a:cubicBezTo>
                    <a:pt x="11596" y="18135"/>
                    <a:pt x="11601" y="18144"/>
                    <a:pt x="11607" y="18159"/>
                  </a:cubicBezTo>
                  <a:cubicBezTo>
                    <a:pt x="11641" y="18227"/>
                    <a:pt x="11681" y="18292"/>
                    <a:pt x="11730" y="18351"/>
                  </a:cubicBezTo>
                  <a:cubicBezTo>
                    <a:pt x="11739" y="18361"/>
                    <a:pt x="11745" y="18371"/>
                    <a:pt x="11753" y="18381"/>
                  </a:cubicBezTo>
                  <a:cubicBezTo>
                    <a:pt x="11804" y="18442"/>
                    <a:pt x="11864" y="18494"/>
                    <a:pt x="11928" y="18542"/>
                  </a:cubicBezTo>
                  <a:cubicBezTo>
                    <a:pt x="11933" y="18546"/>
                    <a:pt x="11939" y="18553"/>
                    <a:pt x="11945" y="18555"/>
                  </a:cubicBezTo>
                  <a:lnTo>
                    <a:pt x="16059" y="21395"/>
                  </a:lnTo>
                  <a:cubicBezTo>
                    <a:pt x="16205" y="21497"/>
                    <a:pt x="16371" y="21549"/>
                    <a:pt x="16535" y="21549"/>
                  </a:cubicBezTo>
                  <a:cubicBezTo>
                    <a:pt x="16699" y="21549"/>
                    <a:pt x="16865" y="21497"/>
                    <a:pt x="17010" y="21395"/>
                  </a:cubicBezTo>
                  <a:lnTo>
                    <a:pt x="21124" y="18555"/>
                  </a:lnTo>
                  <a:cubicBezTo>
                    <a:pt x="21420" y="18353"/>
                    <a:pt x="21600" y="17978"/>
                    <a:pt x="21600" y="17571"/>
                  </a:cubicBezTo>
                  <a:lnTo>
                    <a:pt x="21600" y="11894"/>
                  </a:lnTo>
                  <a:cubicBezTo>
                    <a:pt x="21600" y="11487"/>
                    <a:pt x="21420" y="11110"/>
                    <a:pt x="21124" y="10909"/>
                  </a:cubicBezTo>
                  <a:lnTo>
                    <a:pt x="21127" y="109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795357" y="4924425"/>
            <a:ext cx="234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0" lvl="1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0" lvl="2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0" lvl="3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0" lvl="4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0" lvl="5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0" lvl="6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0" lvl="7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0" lvl="8" marL="0" marR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i="0" sz="600" u="none" cap="none" strike="noStrike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317032" y="4931568"/>
            <a:ext cx="2510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8C93"/>
              </a:buClr>
              <a:buSzPts val="500"/>
              <a:buFont typeface="Inter Tight"/>
              <a:buNone/>
            </a:pPr>
            <a:r>
              <a:rPr b="0" i="0" lang="en" sz="500" u="none" cap="none" strike="noStrike">
                <a:solidFill>
                  <a:srgbClr val="8A8C93"/>
                </a:solidFill>
                <a:latin typeface="Inter Tight"/>
                <a:ea typeface="Inter Tight"/>
                <a:cs typeface="Inter Tight"/>
                <a:sym typeface="Inter Tight"/>
              </a:rPr>
              <a:t>PROPRIETARY &amp; CONFIDENTIAL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0" y="0"/>
            <a:ext cx="9030258" cy="4802706"/>
          </a:xfrm>
          <a:custGeom>
            <a:rect b="b" l="l" r="r" t="t"/>
            <a:pathLst>
              <a:path extrusionOk="0" h="21600" w="21600">
                <a:moveTo>
                  <a:pt x="21031" y="21600"/>
                </a:moveTo>
                <a:lnTo>
                  <a:pt x="0" y="21600"/>
                </a:lnTo>
                <a:lnTo>
                  <a:pt x="0" y="21579"/>
                </a:lnTo>
                <a:lnTo>
                  <a:pt x="21026" y="21579"/>
                </a:lnTo>
                <a:lnTo>
                  <a:pt x="21589" y="20521"/>
                </a:lnTo>
                <a:lnTo>
                  <a:pt x="21589" y="0"/>
                </a:lnTo>
                <a:lnTo>
                  <a:pt x="21600" y="0"/>
                </a:lnTo>
                <a:lnTo>
                  <a:pt x="21600" y="20530"/>
                </a:lnTo>
                <a:lnTo>
                  <a:pt x="21031" y="2160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 Tight Medium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751322" y="1083488"/>
            <a:ext cx="76326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 Tight Light"/>
              <a:buNone/>
              <a:defRPr b="0" i="0" sz="4200" u="none" cap="none" strike="noStrike">
                <a:solidFill>
                  <a:schemeClr val="lt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. Global Cover Slide, Black">
  <p:cSld name="SECTION_HEADER_3">
    <p:bg>
      <p:bgPr>
        <a:solidFill>
          <a:schemeClr val="accent5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 title="brand-logo-cognition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3875" y="4910325"/>
            <a:ext cx="59107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4672579" y="4913050"/>
            <a:ext cx="12975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"/>
              <a:buFont typeface="Geist Mono"/>
              <a:buNone/>
            </a:pPr>
            <a:r>
              <a:rPr i="0" lang="en" sz="600" u="none" cap="none" strike="noStrike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rPr>
              <a:t>Proprietary &amp; Confidential</a:t>
            </a:r>
            <a:endParaRPr i="0" sz="600" u="none" cap="none" strike="noStrike">
              <a:solidFill>
                <a:schemeClr val="dk2"/>
              </a:solidFill>
              <a:latin typeface="Geist Mono Medium"/>
              <a:ea typeface="Geist Mono Medium"/>
              <a:cs typeface="Geist Mono Medium"/>
              <a:sym typeface="Geist Mono Medium"/>
            </a:endParaRPr>
          </a:p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192024" y="109725"/>
            <a:ext cx="27906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2pPr>
            <a:lvl3pPr lvl="2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3pPr>
            <a:lvl4pPr lvl="3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4pPr>
            <a:lvl5pPr lvl="4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5pPr>
            <a:lvl6pPr lvl="5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6pPr>
            <a:lvl7pPr lvl="6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7pPr>
            <a:lvl8pPr lvl="7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8pPr>
            <a:lvl9pPr lvl="8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2" type="subTitle"/>
          </p:nvPr>
        </p:nvSpPr>
        <p:spPr>
          <a:xfrm>
            <a:off x="4673241" y="109725"/>
            <a:ext cx="21360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2pPr>
            <a:lvl3pPr lvl="2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3pPr>
            <a:lvl4pPr lvl="3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4pPr>
            <a:lvl5pPr lvl="4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5pPr>
            <a:lvl6pPr lvl="5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6pPr>
            <a:lvl7pPr lvl="6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7pPr>
            <a:lvl8pPr lvl="7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8pPr>
            <a:lvl9pPr lvl="8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3" type="subTitle"/>
          </p:nvPr>
        </p:nvSpPr>
        <p:spPr>
          <a:xfrm>
            <a:off x="6819466" y="109725"/>
            <a:ext cx="21360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2pPr>
            <a:lvl3pPr lvl="2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3pPr>
            <a:lvl4pPr lvl="3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4pPr>
            <a:lvl5pPr lvl="4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5pPr>
            <a:lvl6pPr lvl="5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6pPr>
            <a:lvl7pPr lvl="6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7pPr>
            <a:lvl8pPr lvl="7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8pPr>
            <a:lvl9pPr lvl="8"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600"/>
              <a:buFont typeface="Geist Mono Medium"/>
              <a:buNone/>
              <a:defRPr sz="600">
                <a:solidFill>
                  <a:srgbClr val="7D7D7D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192025" y="3253642"/>
            <a:ext cx="82113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eist Medium"/>
              <a:buNone/>
              <a:defRPr i="0" sz="6000" cap="none" strike="noStrike">
                <a:solidFill>
                  <a:schemeClr val="lt2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occhi"/>
              <a:buNone/>
              <a:defRPr b="0" i="0" sz="2600" cap="none" strike="noStrike">
                <a:solidFill>
                  <a:schemeClr val="dk1"/>
                </a:solidFill>
                <a:latin typeface="Trocchi"/>
                <a:ea typeface="Trocchi"/>
                <a:cs typeface="Trocchi"/>
                <a:sym typeface="Trocchi"/>
              </a:defRPr>
            </a:lvl9pPr>
          </a:lstStyle>
          <a:p/>
        </p:txBody>
      </p:sp>
      <p:pic>
        <p:nvPicPr>
          <p:cNvPr id="76" name="Google Shape;76;p14" title="Vector.png"/>
          <p:cNvPicPr preferRelativeResize="0"/>
          <p:nvPr/>
        </p:nvPicPr>
        <p:blipFill rotWithShape="1">
          <a:blip r:embed="rId3">
            <a:alphaModFix/>
          </a:blip>
          <a:srcRect b="0" l="0" r="-35999" t="0"/>
          <a:stretch/>
        </p:blipFill>
        <p:spPr>
          <a:xfrm>
            <a:off x="192075" y="566925"/>
            <a:ext cx="901325" cy="76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brand-logo-cognition.png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193495" y="4910325"/>
            <a:ext cx="591078" cy="114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4"/>
          <p:cNvCxnSpPr/>
          <p:nvPr/>
        </p:nvCxnSpPr>
        <p:spPr>
          <a:xfrm>
            <a:off x="100640" y="0"/>
            <a:ext cx="0" cy="51351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Blank">
  <p:cSld name="#11131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9"/>
          <p:cNvGrpSpPr/>
          <p:nvPr/>
        </p:nvGrpSpPr>
        <p:grpSpPr>
          <a:xfrm>
            <a:off x="116123" y="4903358"/>
            <a:ext cx="635202" cy="137385"/>
            <a:chOff x="0" y="0"/>
            <a:chExt cx="1693871" cy="366359"/>
          </a:xfrm>
        </p:grpSpPr>
        <p:sp>
          <p:nvSpPr>
            <p:cNvPr id="91" name="Google Shape;91;p19"/>
            <p:cNvSpPr/>
            <p:nvPr/>
          </p:nvSpPr>
          <p:spPr>
            <a:xfrm>
              <a:off x="443950" y="73265"/>
              <a:ext cx="188946" cy="217458"/>
            </a:xfrm>
            <a:custGeom>
              <a:rect b="b" l="l" r="r" t="t"/>
              <a:pathLst>
                <a:path extrusionOk="0" h="21600" w="21600">
                  <a:moveTo>
                    <a:pt x="11401" y="21598"/>
                  </a:moveTo>
                  <a:cubicBezTo>
                    <a:pt x="9066" y="21598"/>
                    <a:pt x="7041" y="21148"/>
                    <a:pt x="5323" y="20240"/>
                  </a:cubicBezTo>
                  <a:cubicBezTo>
                    <a:pt x="3604" y="19335"/>
                    <a:pt x="2288" y="18073"/>
                    <a:pt x="1374" y="16451"/>
                  </a:cubicBezTo>
                  <a:cubicBezTo>
                    <a:pt x="459" y="14832"/>
                    <a:pt x="0" y="12945"/>
                    <a:pt x="0" y="10799"/>
                  </a:cubicBezTo>
                  <a:cubicBezTo>
                    <a:pt x="0" y="8652"/>
                    <a:pt x="459" y="6790"/>
                    <a:pt x="1374" y="5160"/>
                  </a:cubicBezTo>
                  <a:cubicBezTo>
                    <a:pt x="2288" y="3530"/>
                    <a:pt x="3604" y="2263"/>
                    <a:pt x="5323" y="1358"/>
                  </a:cubicBezTo>
                  <a:cubicBezTo>
                    <a:pt x="7041" y="453"/>
                    <a:pt x="9066" y="0"/>
                    <a:pt x="11401" y="0"/>
                  </a:cubicBezTo>
                  <a:cubicBezTo>
                    <a:pt x="14192" y="0"/>
                    <a:pt x="16477" y="586"/>
                    <a:pt x="18252" y="1759"/>
                  </a:cubicBezTo>
                  <a:cubicBezTo>
                    <a:pt x="20027" y="2934"/>
                    <a:pt x="21141" y="4583"/>
                    <a:pt x="21600" y="6711"/>
                  </a:cubicBezTo>
                  <a:lnTo>
                    <a:pt x="17790" y="6711"/>
                  </a:lnTo>
                  <a:cubicBezTo>
                    <a:pt x="17448" y="5479"/>
                    <a:pt x="16749" y="4492"/>
                    <a:pt x="15695" y="3758"/>
                  </a:cubicBezTo>
                  <a:cubicBezTo>
                    <a:pt x="14641" y="3021"/>
                    <a:pt x="13201" y="2656"/>
                    <a:pt x="11369" y="2656"/>
                  </a:cubicBezTo>
                  <a:cubicBezTo>
                    <a:pt x="9743" y="2656"/>
                    <a:pt x="8347" y="2983"/>
                    <a:pt x="7180" y="3640"/>
                  </a:cubicBezTo>
                  <a:cubicBezTo>
                    <a:pt x="6012" y="4296"/>
                    <a:pt x="5107" y="5231"/>
                    <a:pt x="4468" y="6444"/>
                  </a:cubicBezTo>
                  <a:cubicBezTo>
                    <a:pt x="3826" y="7657"/>
                    <a:pt x="3506" y="9108"/>
                    <a:pt x="3506" y="10799"/>
                  </a:cubicBezTo>
                  <a:cubicBezTo>
                    <a:pt x="3506" y="12490"/>
                    <a:pt x="3826" y="13947"/>
                    <a:pt x="4468" y="15170"/>
                  </a:cubicBezTo>
                  <a:cubicBezTo>
                    <a:pt x="5107" y="16394"/>
                    <a:pt x="6012" y="17328"/>
                    <a:pt x="7180" y="17974"/>
                  </a:cubicBezTo>
                  <a:cubicBezTo>
                    <a:pt x="8349" y="18620"/>
                    <a:pt x="9743" y="18944"/>
                    <a:pt x="11369" y="18944"/>
                  </a:cubicBezTo>
                  <a:cubicBezTo>
                    <a:pt x="13201" y="18944"/>
                    <a:pt x="14641" y="18593"/>
                    <a:pt x="15695" y="17886"/>
                  </a:cubicBezTo>
                  <a:cubicBezTo>
                    <a:pt x="16749" y="17179"/>
                    <a:pt x="17445" y="16219"/>
                    <a:pt x="17790" y="15007"/>
                  </a:cubicBezTo>
                  <a:lnTo>
                    <a:pt x="21600" y="15007"/>
                  </a:lnTo>
                  <a:cubicBezTo>
                    <a:pt x="21141" y="17075"/>
                    <a:pt x="20027" y="18692"/>
                    <a:pt x="18252" y="19855"/>
                  </a:cubicBezTo>
                  <a:cubicBezTo>
                    <a:pt x="16477" y="21017"/>
                    <a:pt x="14194" y="21600"/>
                    <a:pt x="11401" y="21600"/>
                  </a:cubicBezTo>
                  <a:lnTo>
                    <a:pt x="11401" y="215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648221" y="132092"/>
              <a:ext cx="150174" cy="158598"/>
            </a:xfrm>
            <a:custGeom>
              <a:rect b="b" l="l" r="r" t="t"/>
              <a:pathLst>
                <a:path extrusionOk="0" h="21600" w="21600">
                  <a:moveTo>
                    <a:pt x="10800" y="21599"/>
                  </a:moveTo>
                  <a:cubicBezTo>
                    <a:pt x="8726" y="21599"/>
                    <a:pt x="6871" y="21150"/>
                    <a:pt x="5227" y="20249"/>
                  </a:cubicBezTo>
                  <a:cubicBezTo>
                    <a:pt x="3587" y="19349"/>
                    <a:pt x="2304" y="18089"/>
                    <a:pt x="1381" y="16465"/>
                  </a:cubicBezTo>
                  <a:cubicBezTo>
                    <a:pt x="458" y="14844"/>
                    <a:pt x="0" y="12967"/>
                    <a:pt x="0" y="10841"/>
                  </a:cubicBezTo>
                  <a:cubicBezTo>
                    <a:pt x="0" y="8715"/>
                    <a:pt x="469" y="6759"/>
                    <a:pt x="1405" y="5134"/>
                  </a:cubicBezTo>
                  <a:cubicBezTo>
                    <a:pt x="2340" y="3513"/>
                    <a:pt x="3630" y="2251"/>
                    <a:pt x="5270" y="1349"/>
                  </a:cubicBezTo>
                  <a:cubicBezTo>
                    <a:pt x="6910" y="449"/>
                    <a:pt x="8753" y="0"/>
                    <a:pt x="10800" y="0"/>
                  </a:cubicBezTo>
                  <a:cubicBezTo>
                    <a:pt x="12847" y="0"/>
                    <a:pt x="14718" y="449"/>
                    <a:pt x="16330" y="1349"/>
                  </a:cubicBezTo>
                  <a:cubicBezTo>
                    <a:pt x="17942" y="2249"/>
                    <a:pt x="19224" y="3505"/>
                    <a:pt x="20175" y="5110"/>
                  </a:cubicBezTo>
                  <a:cubicBezTo>
                    <a:pt x="21126" y="6720"/>
                    <a:pt x="21600" y="8617"/>
                    <a:pt x="21600" y="10796"/>
                  </a:cubicBezTo>
                  <a:cubicBezTo>
                    <a:pt x="21600" y="12975"/>
                    <a:pt x="21126" y="14840"/>
                    <a:pt x="20175" y="16462"/>
                  </a:cubicBezTo>
                  <a:cubicBezTo>
                    <a:pt x="19224" y="18082"/>
                    <a:pt x="17934" y="19345"/>
                    <a:pt x="16310" y="20247"/>
                  </a:cubicBezTo>
                  <a:cubicBezTo>
                    <a:pt x="14682" y="21147"/>
                    <a:pt x="12847" y="21596"/>
                    <a:pt x="10805" y="21596"/>
                  </a:cubicBezTo>
                  <a:lnTo>
                    <a:pt x="10800" y="21600"/>
                  </a:lnTo>
                  <a:close/>
                  <a:moveTo>
                    <a:pt x="10757" y="18082"/>
                  </a:moveTo>
                  <a:cubicBezTo>
                    <a:pt x="11907" y="18082"/>
                    <a:pt x="12967" y="17811"/>
                    <a:pt x="13933" y="17264"/>
                  </a:cubicBezTo>
                  <a:cubicBezTo>
                    <a:pt x="14896" y="16717"/>
                    <a:pt x="15681" y="15899"/>
                    <a:pt x="16285" y="14809"/>
                  </a:cubicBezTo>
                  <a:cubicBezTo>
                    <a:pt x="16891" y="13720"/>
                    <a:pt x="17193" y="12381"/>
                    <a:pt x="17193" y="10801"/>
                  </a:cubicBezTo>
                  <a:cubicBezTo>
                    <a:pt x="17193" y="9222"/>
                    <a:pt x="16898" y="7850"/>
                    <a:pt x="16308" y="6772"/>
                  </a:cubicBezTo>
                  <a:cubicBezTo>
                    <a:pt x="15720" y="5694"/>
                    <a:pt x="14947" y="4883"/>
                    <a:pt x="13996" y="4336"/>
                  </a:cubicBezTo>
                  <a:cubicBezTo>
                    <a:pt x="13045" y="3789"/>
                    <a:pt x="11994" y="3518"/>
                    <a:pt x="10843" y="3518"/>
                  </a:cubicBezTo>
                  <a:cubicBezTo>
                    <a:pt x="9693" y="3518"/>
                    <a:pt x="8626" y="3789"/>
                    <a:pt x="7647" y="4336"/>
                  </a:cubicBezTo>
                  <a:cubicBezTo>
                    <a:pt x="6668" y="4883"/>
                    <a:pt x="5883" y="5693"/>
                    <a:pt x="5295" y="6772"/>
                  </a:cubicBezTo>
                  <a:cubicBezTo>
                    <a:pt x="4706" y="7850"/>
                    <a:pt x="4410" y="9191"/>
                    <a:pt x="4410" y="10801"/>
                  </a:cubicBezTo>
                  <a:cubicBezTo>
                    <a:pt x="4410" y="12412"/>
                    <a:pt x="4705" y="13720"/>
                    <a:pt x="5295" y="14809"/>
                  </a:cubicBezTo>
                  <a:cubicBezTo>
                    <a:pt x="5885" y="15899"/>
                    <a:pt x="6656" y="16717"/>
                    <a:pt x="7604" y="17264"/>
                  </a:cubicBezTo>
                  <a:cubicBezTo>
                    <a:pt x="8555" y="17811"/>
                    <a:pt x="9606" y="18082"/>
                    <a:pt x="10757" y="180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814314" y="132125"/>
              <a:ext cx="159138" cy="224640"/>
            </a:xfrm>
            <a:custGeom>
              <a:rect b="b" l="l" r="r" t="t"/>
              <a:pathLst>
                <a:path extrusionOk="0" h="21600" w="21600">
                  <a:moveTo>
                    <a:pt x="11092" y="21600"/>
                  </a:moveTo>
                  <a:cubicBezTo>
                    <a:pt x="9788" y="21600"/>
                    <a:pt x="8552" y="21485"/>
                    <a:pt x="7384" y="21254"/>
                  </a:cubicBezTo>
                  <a:cubicBezTo>
                    <a:pt x="6217" y="21022"/>
                    <a:pt x="5150" y="20677"/>
                    <a:pt x="4184" y="20214"/>
                  </a:cubicBezTo>
                  <a:cubicBezTo>
                    <a:pt x="3218" y="19751"/>
                    <a:pt x="2426" y="19168"/>
                    <a:pt x="1799" y="18468"/>
                  </a:cubicBezTo>
                  <a:cubicBezTo>
                    <a:pt x="1172" y="17765"/>
                    <a:pt x="766" y="16970"/>
                    <a:pt x="574" y="16086"/>
                  </a:cubicBezTo>
                  <a:lnTo>
                    <a:pt x="4650" y="16086"/>
                  </a:lnTo>
                  <a:cubicBezTo>
                    <a:pt x="4894" y="16682"/>
                    <a:pt x="5308" y="17206"/>
                    <a:pt x="5894" y="17659"/>
                  </a:cubicBezTo>
                  <a:cubicBezTo>
                    <a:pt x="6475" y="18111"/>
                    <a:pt x="7219" y="18462"/>
                    <a:pt x="8113" y="18713"/>
                  </a:cubicBezTo>
                  <a:cubicBezTo>
                    <a:pt x="9011" y="18963"/>
                    <a:pt x="9988" y="19087"/>
                    <a:pt x="11048" y="19087"/>
                  </a:cubicBezTo>
                  <a:cubicBezTo>
                    <a:pt x="12242" y="19087"/>
                    <a:pt x="13332" y="18909"/>
                    <a:pt x="14308" y="18552"/>
                  </a:cubicBezTo>
                  <a:cubicBezTo>
                    <a:pt x="15284" y="18196"/>
                    <a:pt x="16066" y="17652"/>
                    <a:pt x="16652" y="16921"/>
                  </a:cubicBezTo>
                  <a:cubicBezTo>
                    <a:pt x="17235" y="16189"/>
                    <a:pt x="17527" y="15255"/>
                    <a:pt x="17527" y="14118"/>
                  </a:cubicBezTo>
                  <a:lnTo>
                    <a:pt x="17527" y="12154"/>
                  </a:lnTo>
                  <a:cubicBezTo>
                    <a:pt x="17092" y="12673"/>
                    <a:pt x="16535" y="13150"/>
                    <a:pt x="15855" y="13584"/>
                  </a:cubicBezTo>
                  <a:cubicBezTo>
                    <a:pt x="15176" y="14018"/>
                    <a:pt x="14353" y="14363"/>
                    <a:pt x="13392" y="14624"/>
                  </a:cubicBezTo>
                  <a:cubicBezTo>
                    <a:pt x="12426" y="14885"/>
                    <a:pt x="11306" y="15016"/>
                    <a:pt x="10029" y="15016"/>
                  </a:cubicBezTo>
                  <a:cubicBezTo>
                    <a:pt x="8128" y="15016"/>
                    <a:pt x="6423" y="14699"/>
                    <a:pt x="4913" y="14063"/>
                  </a:cubicBezTo>
                  <a:cubicBezTo>
                    <a:pt x="3406" y="13428"/>
                    <a:pt x="2208" y="12538"/>
                    <a:pt x="1325" y="11391"/>
                  </a:cubicBezTo>
                  <a:cubicBezTo>
                    <a:pt x="443" y="10247"/>
                    <a:pt x="0" y="8951"/>
                    <a:pt x="0" y="7508"/>
                  </a:cubicBezTo>
                  <a:cubicBezTo>
                    <a:pt x="0" y="6065"/>
                    <a:pt x="443" y="4727"/>
                    <a:pt x="1325" y="3609"/>
                  </a:cubicBezTo>
                  <a:cubicBezTo>
                    <a:pt x="2208" y="2494"/>
                    <a:pt x="3411" y="1613"/>
                    <a:pt x="4932" y="966"/>
                  </a:cubicBezTo>
                  <a:cubicBezTo>
                    <a:pt x="6453" y="322"/>
                    <a:pt x="8166" y="0"/>
                    <a:pt x="10067" y="0"/>
                  </a:cubicBezTo>
                  <a:cubicBezTo>
                    <a:pt x="11208" y="0"/>
                    <a:pt x="12253" y="120"/>
                    <a:pt x="13203" y="362"/>
                  </a:cubicBezTo>
                  <a:cubicBezTo>
                    <a:pt x="14153" y="605"/>
                    <a:pt x="14995" y="927"/>
                    <a:pt x="15731" y="1328"/>
                  </a:cubicBezTo>
                  <a:cubicBezTo>
                    <a:pt x="16463" y="1733"/>
                    <a:pt x="17061" y="2196"/>
                    <a:pt x="17523" y="2714"/>
                  </a:cubicBezTo>
                  <a:lnTo>
                    <a:pt x="17929" y="346"/>
                  </a:lnTo>
                  <a:lnTo>
                    <a:pt x="21600" y="346"/>
                  </a:lnTo>
                  <a:lnTo>
                    <a:pt x="21600" y="14033"/>
                  </a:lnTo>
                  <a:cubicBezTo>
                    <a:pt x="21600" y="15265"/>
                    <a:pt x="21333" y="16348"/>
                    <a:pt x="20804" y="17283"/>
                  </a:cubicBezTo>
                  <a:cubicBezTo>
                    <a:pt x="20275" y="18217"/>
                    <a:pt x="19541" y="19002"/>
                    <a:pt x="18603" y="19635"/>
                  </a:cubicBezTo>
                  <a:cubicBezTo>
                    <a:pt x="17663" y="20271"/>
                    <a:pt x="16560" y="20755"/>
                    <a:pt x="15283" y="21094"/>
                  </a:cubicBezTo>
                  <a:cubicBezTo>
                    <a:pt x="14005" y="21429"/>
                    <a:pt x="12604" y="21599"/>
                    <a:pt x="11083" y="21599"/>
                  </a:cubicBezTo>
                  <a:lnTo>
                    <a:pt x="11094" y="21599"/>
                  </a:lnTo>
                  <a:close/>
                  <a:moveTo>
                    <a:pt x="10769" y="12533"/>
                  </a:moveTo>
                  <a:cubicBezTo>
                    <a:pt x="12098" y="12533"/>
                    <a:pt x="13263" y="12318"/>
                    <a:pt x="14255" y="11884"/>
                  </a:cubicBezTo>
                  <a:cubicBezTo>
                    <a:pt x="15248" y="11450"/>
                    <a:pt x="16021" y="10859"/>
                    <a:pt x="16577" y="10108"/>
                  </a:cubicBezTo>
                  <a:cubicBezTo>
                    <a:pt x="17134" y="9358"/>
                    <a:pt x="17412" y="8490"/>
                    <a:pt x="17412" y="7508"/>
                  </a:cubicBezTo>
                  <a:cubicBezTo>
                    <a:pt x="17412" y="6525"/>
                    <a:pt x="17134" y="5637"/>
                    <a:pt x="16577" y="4895"/>
                  </a:cubicBezTo>
                  <a:cubicBezTo>
                    <a:pt x="16021" y="4155"/>
                    <a:pt x="15248" y="3572"/>
                    <a:pt x="14255" y="3149"/>
                  </a:cubicBezTo>
                  <a:cubicBezTo>
                    <a:pt x="13263" y="2726"/>
                    <a:pt x="12103" y="2514"/>
                    <a:pt x="10769" y="2514"/>
                  </a:cubicBezTo>
                  <a:cubicBezTo>
                    <a:pt x="9434" y="2514"/>
                    <a:pt x="8350" y="2727"/>
                    <a:pt x="7346" y="3149"/>
                  </a:cubicBezTo>
                  <a:cubicBezTo>
                    <a:pt x="6339" y="3573"/>
                    <a:pt x="5557" y="4156"/>
                    <a:pt x="5002" y="4895"/>
                  </a:cubicBezTo>
                  <a:cubicBezTo>
                    <a:pt x="4447" y="5637"/>
                    <a:pt x="4168" y="6508"/>
                    <a:pt x="4168" y="7508"/>
                  </a:cubicBezTo>
                  <a:cubicBezTo>
                    <a:pt x="4168" y="8508"/>
                    <a:pt x="4445" y="9358"/>
                    <a:pt x="5002" y="10108"/>
                  </a:cubicBezTo>
                  <a:cubicBezTo>
                    <a:pt x="5559" y="10859"/>
                    <a:pt x="6339" y="11452"/>
                    <a:pt x="7346" y="11884"/>
                  </a:cubicBezTo>
                  <a:cubicBezTo>
                    <a:pt x="8349" y="12318"/>
                    <a:pt x="9491" y="12533"/>
                    <a:pt x="10769" y="125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1001928" y="132125"/>
              <a:ext cx="137862" cy="154980"/>
            </a:xfrm>
            <a:custGeom>
              <a:rect b="b" l="l" r="r" t="t"/>
              <a:pathLst>
                <a:path extrusionOk="0" h="21600" w="21600">
                  <a:moveTo>
                    <a:pt x="5" y="21600"/>
                  </a:moveTo>
                  <a:lnTo>
                    <a:pt x="5" y="503"/>
                  </a:lnTo>
                  <a:lnTo>
                    <a:pt x="4241" y="503"/>
                  </a:lnTo>
                  <a:lnTo>
                    <a:pt x="4523" y="4101"/>
                  </a:lnTo>
                  <a:cubicBezTo>
                    <a:pt x="5277" y="2817"/>
                    <a:pt x="6336" y="1814"/>
                    <a:pt x="7698" y="1088"/>
                  </a:cubicBezTo>
                  <a:cubicBezTo>
                    <a:pt x="9064" y="363"/>
                    <a:pt x="10655" y="0"/>
                    <a:pt x="12472" y="0"/>
                  </a:cubicBezTo>
                  <a:cubicBezTo>
                    <a:pt x="14385" y="0"/>
                    <a:pt x="16014" y="336"/>
                    <a:pt x="17364" y="1002"/>
                  </a:cubicBezTo>
                  <a:cubicBezTo>
                    <a:pt x="18712" y="1670"/>
                    <a:pt x="19758" y="2685"/>
                    <a:pt x="20495" y="4038"/>
                  </a:cubicBezTo>
                  <a:cubicBezTo>
                    <a:pt x="21232" y="5392"/>
                    <a:pt x="21600" y="7086"/>
                    <a:pt x="21600" y="9122"/>
                  </a:cubicBezTo>
                  <a:lnTo>
                    <a:pt x="21600" y="21597"/>
                  </a:lnTo>
                  <a:lnTo>
                    <a:pt x="16895" y="21597"/>
                  </a:lnTo>
                  <a:lnTo>
                    <a:pt x="16895" y="9542"/>
                  </a:lnTo>
                  <a:cubicBezTo>
                    <a:pt x="16895" y="7590"/>
                    <a:pt x="16409" y="6106"/>
                    <a:pt x="15437" y="5083"/>
                  </a:cubicBezTo>
                  <a:cubicBezTo>
                    <a:pt x="14467" y="4064"/>
                    <a:pt x="13054" y="3555"/>
                    <a:pt x="11201" y="3555"/>
                  </a:cubicBezTo>
                  <a:cubicBezTo>
                    <a:pt x="9978" y="3555"/>
                    <a:pt x="8882" y="3821"/>
                    <a:pt x="7905" y="4350"/>
                  </a:cubicBezTo>
                  <a:cubicBezTo>
                    <a:pt x="6933" y="4883"/>
                    <a:pt x="6157" y="5647"/>
                    <a:pt x="5577" y="6654"/>
                  </a:cubicBezTo>
                  <a:cubicBezTo>
                    <a:pt x="4997" y="7656"/>
                    <a:pt x="4705" y="8887"/>
                    <a:pt x="4705" y="10338"/>
                  </a:cubicBezTo>
                  <a:lnTo>
                    <a:pt x="4705" y="21598"/>
                  </a:lnTo>
                  <a:lnTo>
                    <a:pt x="0" y="21598"/>
                  </a:lnTo>
                  <a:lnTo>
                    <a:pt x="5" y="215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1161981" y="69346"/>
              <a:ext cx="39636" cy="217728"/>
            </a:xfrm>
            <a:custGeom>
              <a:rect b="b" l="l" r="r" t="t"/>
              <a:pathLst>
                <a:path extrusionOk="0" h="21600" w="21600">
                  <a:moveTo>
                    <a:pt x="10803" y="3753"/>
                  </a:moveTo>
                  <a:cubicBezTo>
                    <a:pt x="7634" y="3753"/>
                    <a:pt x="5041" y="3575"/>
                    <a:pt x="3034" y="3218"/>
                  </a:cubicBezTo>
                  <a:cubicBezTo>
                    <a:pt x="1009" y="2861"/>
                    <a:pt x="0" y="2402"/>
                    <a:pt x="0" y="1848"/>
                  </a:cubicBezTo>
                  <a:cubicBezTo>
                    <a:pt x="0" y="1293"/>
                    <a:pt x="1009" y="870"/>
                    <a:pt x="3034" y="521"/>
                  </a:cubicBezTo>
                  <a:cubicBezTo>
                    <a:pt x="5052" y="175"/>
                    <a:pt x="7634" y="0"/>
                    <a:pt x="10803" y="0"/>
                  </a:cubicBezTo>
                  <a:cubicBezTo>
                    <a:pt x="13972" y="0"/>
                    <a:pt x="16413" y="173"/>
                    <a:pt x="18496" y="521"/>
                  </a:cubicBezTo>
                  <a:cubicBezTo>
                    <a:pt x="20561" y="869"/>
                    <a:pt x="21600" y="1312"/>
                    <a:pt x="21600" y="1848"/>
                  </a:cubicBezTo>
                  <a:cubicBezTo>
                    <a:pt x="21600" y="2384"/>
                    <a:pt x="20561" y="2861"/>
                    <a:pt x="18496" y="3218"/>
                  </a:cubicBezTo>
                  <a:cubicBezTo>
                    <a:pt x="16413" y="3575"/>
                    <a:pt x="13866" y="3753"/>
                    <a:pt x="10803" y="3753"/>
                  </a:cubicBezTo>
                  <a:close/>
                  <a:moveTo>
                    <a:pt x="2611" y="21600"/>
                  </a:moveTo>
                  <a:lnTo>
                    <a:pt x="2611" y="6584"/>
                  </a:lnTo>
                  <a:lnTo>
                    <a:pt x="18977" y="6584"/>
                  </a:lnTo>
                  <a:lnTo>
                    <a:pt x="18977" y="21600"/>
                  </a:lnTo>
                  <a:lnTo>
                    <a:pt x="2611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1213379" y="97564"/>
              <a:ext cx="98820" cy="189486"/>
            </a:xfrm>
            <a:custGeom>
              <a:rect b="b" l="l" r="r" t="t"/>
              <a:pathLst>
                <a:path extrusionOk="0" h="21600" w="21600">
                  <a:moveTo>
                    <a:pt x="15953" y="21600"/>
                  </a:moveTo>
                  <a:cubicBezTo>
                    <a:pt x="13854" y="21600"/>
                    <a:pt x="12039" y="21429"/>
                    <a:pt x="10502" y="21086"/>
                  </a:cubicBezTo>
                  <a:cubicBezTo>
                    <a:pt x="8972" y="20745"/>
                    <a:pt x="7786" y="20174"/>
                    <a:pt x="6958" y="19373"/>
                  </a:cubicBezTo>
                  <a:cubicBezTo>
                    <a:pt x="6122" y="18575"/>
                    <a:pt x="5710" y="17489"/>
                    <a:pt x="5710" y="16121"/>
                  </a:cubicBezTo>
                  <a:lnTo>
                    <a:pt x="5710" y="7221"/>
                  </a:lnTo>
                  <a:lnTo>
                    <a:pt x="0" y="7221"/>
                  </a:lnTo>
                  <a:lnTo>
                    <a:pt x="0" y="4347"/>
                  </a:lnTo>
                  <a:lnTo>
                    <a:pt x="5710" y="4347"/>
                  </a:lnTo>
                  <a:lnTo>
                    <a:pt x="6564" y="0"/>
                  </a:lnTo>
                  <a:lnTo>
                    <a:pt x="12275" y="0"/>
                  </a:lnTo>
                  <a:lnTo>
                    <a:pt x="12275" y="4347"/>
                  </a:lnTo>
                  <a:lnTo>
                    <a:pt x="21600" y="4347"/>
                  </a:lnTo>
                  <a:lnTo>
                    <a:pt x="21600" y="7221"/>
                  </a:lnTo>
                  <a:lnTo>
                    <a:pt x="12275" y="7221"/>
                  </a:lnTo>
                  <a:lnTo>
                    <a:pt x="12275" y="16155"/>
                  </a:lnTo>
                  <a:cubicBezTo>
                    <a:pt x="12275" y="17137"/>
                    <a:pt x="12670" y="17805"/>
                    <a:pt x="13456" y="18158"/>
                  </a:cubicBezTo>
                  <a:cubicBezTo>
                    <a:pt x="14242" y="18511"/>
                    <a:pt x="15598" y="18688"/>
                    <a:pt x="17528" y="18688"/>
                  </a:cubicBezTo>
                  <a:lnTo>
                    <a:pt x="21334" y="18688"/>
                  </a:lnTo>
                  <a:lnTo>
                    <a:pt x="21334" y="21596"/>
                  </a:lnTo>
                  <a:lnTo>
                    <a:pt x="15949" y="21596"/>
                  </a:lnTo>
                  <a:lnTo>
                    <a:pt x="15953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1325791" y="69346"/>
              <a:ext cx="39636" cy="217728"/>
            </a:xfrm>
            <a:custGeom>
              <a:rect b="b" l="l" r="r" t="t"/>
              <a:pathLst>
                <a:path extrusionOk="0" h="21600" w="21600">
                  <a:moveTo>
                    <a:pt x="10803" y="3753"/>
                  </a:moveTo>
                  <a:cubicBezTo>
                    <a:pt x="7634" y="3753"/>
                    <a:pt x="5041" y="3575"/>
                    <a:pt x="3034" y="3218"/>
                  </a:cubicBezTo>
                  <a:cubicBezTo>
                    <a:pt x="1009" y="2861"/>
                    <a:pt x="0" y="2402"/>
                    <a:pt x="0" y="1848"/>
                  </a:cubicBezTo>
                  <a:cubicBezTo>
                    <a:pt x="0" y="1293"/>
                    <a:pt x="1009" y="870"/>
                    <a:pt x="3034" y="521"/>
                  </a:cubicBezTo>
                  <a:cubicBezTo>
                    <a:pt x="5052" y="175"/>
                    <a:pt x="7634" y="0"/>
                    <a:pt x="10803" y="0"/>
                  </a:cubicBezTo>
                  <a:cubicBezTo>
                    <a:pt x="13972" y="0"/>
                    <a:pt x="16413" y="173"/>
                    <a:pt x="18496" y="521"/>
                  </a:cubicBezTo>
                  <a:cubicBezTo>
                    <a:pt x="20561" y="869"/>
                    <a:pt x="21600" y="1312"/>
                    <a:pt x="21600" y="1848"/>
                  </a:cubicBezTo>
                  <a:cubicBezTo>
                    <a:pt x="21600" y="2384"/>
                    <a:pt x="20561" y="2861"/>
                    <a:pt x="18496" y="3218"/>
                  </a:cubicBezTo>
                  <a:cubicBezTo>
                    <a:pt x="16413" y="3575"/>
                    <a:pt x="13860" y="3753"/>
                    <a:pt x="10803" y="3753"/>
                  </a:cubicBezTo>
                  <a:close/>
                  <a:moveTo>
                    <a:pt x="2611" y="21600"/>
                  </a:moveTo>
                  <a:lnTo>
                    <a:pt x="2611" y="6584"/>
                  </a:lnTo>
                  <a:lnTo>
                    <a:pt x="18977" y="6584"/>
                  </a:lnTo>
                  <a:lnTo>
                    <a:pt x="18977" y="21600"/>
                  </a:lnTo>
                  <a:lnTo>
                    <a:pt x="2611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1383477" y="132092"/>
              <a:ext cx="150174" cy="158598"/>
            </a:xfrm>
            <a:custGeom>
              <a:rect b="b" l="l" r="r" t="t"/>
              <a:pathLst>
                <a:path extrusionOk="0" h="21600" w="21600">
                  <a:moveTo>
                    <a:pt x="10801" y="21599"/>
                  </a:moveTo>
                  <a:cubicBezTo>
                    <a:pt x="8726" y="21599"/>
                    <a:pt x="6871" y="21150"/>
                    <a:pt x="5228" y="20249"/>
                  </a:cubicBezTo>
                  <a:cubicBezTo>
                    <a:pt x="3588" y="19349"/>
                    <a:pt x="2306" y="18089"/>
                    <a:pt x="1381" y="16465"/>
                  </a:cubicBezTo>
                  <a:cubicBezTo>
                    <a:pt x="458" y="14844"/>
                    <a:pt x="0" y="12967"/>
                    <a:pt x="0" y="10841"/>
                  </a:cubicBezTo>
                  <a:cubicBezTo>
                    <a:pt x="0" y="8715"/>
                    <a:pt x="471" y="6759"/>
                    <a:pt x="1406" y="5134"/>
                  </a:cubicBezTo>
                  <a:cubicBezTo>
                    <a:pt x="2341" y="3513"/>
                    <a:pt x="3631" y="2251"/>
                    <a:pt x="5271" y="1349"/>
                  </a:cubicBezTo>
                  <a:cubicBezTo>
                    <a:pt x="6911" y="449"/>
                    <a:pt x="8754" y="0"/>
                    <a:pt x="10801" y="0"/>
                  </a:cubicBezTo>
                  <a:cubicBezTo>
                    <a:pt x="12848" y="0"/>
                    <a:pt x="14717" y="449"/>
                    <a:pt x="16329" y="1349"/>
                  </a:cubicBezTo>
                  <a:cubicBezTo>
                    <a:pt x="17941" y="2249"/>
                    <a:pt x="19223" y="3505"/>
                    <a:pt x="20174" y="5110"/>
                  </a:cubicBezTo>
                  <a:cubicBezTo>
                    <a:pt x="21126" y="6720"/>
                    <a:pt x="21600" y="8617"/>
                    <a:pt x="21600" y="10796"/>
                  </a:cubicBezTo>
                  <a:cubicBezTo>
                    <a:pt x="21600" y="12975"/>
                    <a:pt x="21126" y="14840"/>
                    <a:pt x="20174" y="16462"/>
                  </a:cubicBezTo>
                  <a:cubicBezTo>
                    <a:pt x="19223" y="18082"/>
                    <a:pt x="17933" y="19345"/>
                    <a:pt x="16309" y="20247"/>
                  </a:cubicBezTo>
                  <a:cubicBezTo>
                    <a:pt x="14681" y="21147"/>
                    <a:pt x="12846" y="21596"/>
                    <a:pt x="10804" y="21596"/>
                  </a:cubicBezTo>
                  <a:lnTo>
                    <a:pt x="10801" y="21600"/>
                  </a:lnTo>
                  <a:close/>
                  <a:moveTo>
                    <a:pt x="10756" y="18082"/>
                  </a:moveTo>
                  <a:cubicBezTo>
                    <a:pt x="11906" y="18082"/>
                    <a:pt x="12966" y="17811"/>
                    <a:pt x="13933" y="17264"/>
                  </a:cubicBezTo>
                  <a:cubicBezTo>
                    <a:pt x="14897" y="16717"/>
                    <a:pt x="15680" y="15899"/>
                    <a:pt x="16286" y="14809"/>
                  </a:cubicBezTo>
                  <a:cubicBezTo>
                    <a:pt x="16891" y="13720"/>
                    <a:pt x="17193" y="12381"/>
                    <a:pt x="17193" y="10801"/>
                  </a:cubicBezTo>
                  <a:cubicBezTo>
                    <a:pt x="17193" y="9222"/>
                    <a:pt x="16899" y="7850"/>
                    <a:pt x="16309" y="6772"/>
                  </a:cubicBezTo>
                  <a:cubicBezTo>
                    <a:pt x="15720" y="5694"/>
                    <a:pt x="14948" y="4883"/>
                    <a:pt x="13997" y="4336"/>
                  </a:cubicBezTo>
                  <a:cubicBezTo>
                    <a:pt x="13045" y="3789"/>
                    <a:pt x="11995" y="3518"/>
                    <a:pt x="10844" y="3518"/>
                  </a:cubicBezTo>
                  <a:cubicBezTo>
                    <a:pt x="9694" y="3518"/>
                    <a:pt x="8627" y="3789"/>
                    <a:pt x="7648" y="4336"/>
                  </a:cubicBezTo>
                  <a:cubicBezTo>
                    <a:pt x="6668" y="4883"/>
                    <a:pt x="5884" y="5693"/>
                    <a:pt x="5294" y="6772"/>
                  </a:cubicBezTo>
                  <a:cubicBezTo>
                    <a:pt x="4706" y="7850"/>
                    <a:pt x="4412" y="9191"/>
                    <a:pt x="4412" y="10801"/>
                  </a:cubicBezTo>
                  <a:cubicBezTo>
                    <a:pt x="4412" y="12412"/>
                    <a:pt x="4706" y="13720"/>
                    <a:pt x="5294" y="14809"/>
                  </a:cubicBezTo>
                  <a:cubicBezTo>
                    <a:pt x="5884" y="15899"/>
                    <a:pt x="6657" y="16717"/>
                    <a:pt x="7603" y="17264"/>
                  </a:cubicBezTo>
                  <a:cubicBezTo>
                    <a:pt x="8555" y="17811"/>
                    <a:pt x="9605" y="18082"/>
                    <a:pt x="10756" y="180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1556009" y="132125"/>
              <a:ext cx="137862" cy="154980"/>
            </a:xfrm>
            <a:custGeom>
              <a:rect b="b" l="l" r="r" t="t"/>
              <a:pathLst>
                <a:path extrusionOk="0" h="21600" w="21600">
                  <a:moveTo>
                    <a:pt x="3" y="21600"/>
                  </a:moveTo>
                  <a:lnTo>
                    <a:pt x="3" y="503"/>
                  </a:lnTo>
                  <a:lnTo>
                    <a:pt x="4241" y="503"/>
                  </a:lnTo>
                  <a:lnTo>
                    <a:pt x="4523" y="4101"/>
                  </a:lnTo>
                  <a:cubicBezTo>
                    <a:pt x="5277" y="2817"/>
                    <a:pt x="6336" y="1814"/>
                    <a:pt x="7698" y="1088"/>
                  </a:cubicBezTo>
                  <a:cubicBezTo>
                    <a:pt x="9062" y="363"/>
                    <a:pt x="10655" y="0"/>
                    <a:pt x="12472" y="0"/>
                  </a:cubicBezTo>
                  <a:cubicBezTo>
                    <a:pt x="14385" y="0"/>
                    <a:pt x="16014" y="336"/>
                    <a:pt x="17364" y="1002"/>
                  </a:cubicBezTo>
                  <a:cubicBezTo>
                    <a:pt x="18712" y="1670"/>
                    <a:pt x="19758" y="2685"/>
                    <a:pt x="20495" y="4038"/>
                  </a:cubicBezTo>
                  <a:cubicBezTo>
                    <a:pt x="21232" y="5392"/>
                    <a:pt x="21600" y="7086"/>
                    <a:pt x="21600" y="9122"/>
                  </a:cubicBezTo>
                  <a:lnTo>
                    <a:pt x="21600" y="21597"/>
                  </a:lnTo>
                  <a:lnTo>
                    <a:pt x="16895" y="21597"/>
                  </a:lnTo>
                  <a:lnTo>
                    <a:pt x="16895" y="9542"/>
                  </a:lnTo>
                  <a:cubicBezTo>
                    <a:pt x="16895" y="7590"/>
                    <a:pt x="16409" y="6106"/>
                    <a:pt x="15437" y="5083"/>
                  </a:cubicBezTo>
                  <a:cubicBezTo>
                    <a:pt x="14466" y="4064"/>
                    <a:pt x="13052" y="3555"/>
                    <a:pt x="11201" y="3555"/>
                  </a:cubicBezTo>
                  <a:cubicBezTo>
                    <a:pt x="9978" y="3555"/>
                    <a:pt x="8882" y="3821"/>
                    <a:pt x="7905" y="4350"/>
                  </a:cubicBezTo>
                  <a:cubicBezTo>
                    <a:pt x="6933" y="4883"/>
                    <a:pt x="6157" y="5647"/>
                    <a:pt x="5577" y="6654"/>
                  </a:cubicBezTo>
                  <a:cubicBezTo>
                    <a:pt x="4995" y="7656"/>
                    <a:pt x="4705" y="8887"/>
                    <a:pt x="4705" y="10338"/>
                  </a:cubicBezTo>
                  <a:lnTo>
                    <a:pt x="4705" y="21598"/>
                  </a:lnTo>
                  <a:lnTo>
                    <a:pt x="0" y="21598"/>
                  </a:lnTo>
                  <a:lnTo>
                    <a:pt x="3" y="215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110861" y="64037"/>
              <a:ext cx="208872" cy="238433"/>
            </a:xfrm>
            <a:custGeom>
              <a:rect b="b" l="l" r="r" t="t"/>
              <a:pathLst>
                <a:path extrusionOk="0" h="21563" w="21600">
                  <a:moveTo>
                    <a:pt x="11420" y="8827"/>
                  </a:moveTo>
                  <a:cubicBezTo>
                    <a:pt x="12216" y="8427"/>
                    <a:pt x="13200" y="8427"/>
                    <a:pt x="13997" y="8827"/>
                  </a:cubicBezTo>
                  <a:lnTo>
                    <a:pt x="16054" y="9866"/>
                  </a:lnTo>
                  <a:cubicBezTo>
                    <a:pt x="16120" y="9898"/>
                    <a:pt x="16191" y="9923"/>
                    <a:pt x="16263" y="9941"/>
                  </a:cubicBezTo>
                  <a:cubicBezTo>
                    <a:pt x="16278" y="9946"/>
                    <a:pt x="16292" y="9948"/>
                    <a:pt x="16309" y="9950"/>
                  </a:cubicBezTo>
                  <a:cubicBezTo>
                    <a:pt x="16380" y="9965"/>
                    <a:pt x="16453" y="9973"/>
                    <a:pt x="16524" y="9976"/>
                  </a:cubicBezTo>
                  <a:lnTo>
                    <a:pt x="16535" y="9976"/>
                  </a:lnTo>
                  <a:cubicBezTo>
                    <a:pt x="16544" y="9976"/>
                    <a:pt x="16550" y="9976"/>
                    <a:pt x="16559" y="9973"/>
                  </a:cubicBezTo>
                  <a:cubicBezTo>
                    <a:pt x="16624" y="9973"/>
                    <a:pt x="16690" y="9963"/>
                    <a:pt x="16756" y="9950"/>
                  </a:cubicBezTo>
                  <a:cubicBezTo>
                    <a:pt x="16767" y="9950"/>
                    <a:pt x="16779" y="9948"/>
                    <a:pt x="16790" y="9943"/>
                  </a:cubicBezTo>
                  <a:cubicBezTo>
                    <a:pt x="16859" y="9925"/>
                    <a:pt x="16927" y="9900"/>
                    <a:pt x="16991" y="9871"/>
                  </a:cubicBezTo>
                  <a:cubicBezTo>
                    <a:pt x="16996" y="9868"/>
                    <a:pt x="17005" y="9866"/>
                    <a:pt x="17011" y="9863"/>
                  </a:cubicBezTo>
                  <a:lnTo>
                    <a:pt x="21123" y="7785"/>
                  </a:lnTo>
                  <a:cubicBezTo>
                    <a:pt x="21419" y="7637"/>
                    <a:pt x="21599" y="7362"/>
                    <a:pt x="21599" y="7064"/>
                  </a:cubicBezTo>
                  <a:lnTo>
                    <a:pt x="21599" y="2909"/>
                  </a:lnTo>
                  <a:cubicBezTo>
                    <a:pt x="21599" y="2612"/>
                    <a:pt x="21419" y="2336"/>
                    <a:pt x="21123" y="2189"/>
                  </a:cubicBezTo>
                  <a:lnTo>
                    <a:pt x="17011" y="111"/>
                  </a:lnTo>
                  <a:cubicBezTo>
                    <a:pt x="16716" y="-37"/>
                    <a:pt x="16353" y="-37"/>
                    <a:pt x="16057" y="111"/>
                  </a:cubicBezTo>
                  <a:lnTo>
                    <a:pt x="11945" y="2189"/>
                  </a:lnTo>
                  <a:cubicBezTo>
                    <a:pt x="11945" y="2189"/>
                    <a:pt x="11933" y="2197"/>
                    <a:pt x="11928" y="2199"/>
                  </a:cubicBezTo>
                  <a:cubicBezTo>
                    <a:pt x="11866" y="2231"/>
                    <a:pt x="11804" y="2272"/>
                    <a:pt x="11753" y="2316"/>
                  </a:cubicBezTo>
                  <a:cubicBezTo>
                    <a:pt x="11744" y="2324"/>
                    <a:pt x="11739" y="2331"/>
                    <a:pt x="11730" y="2339"/>
                  </a:cubicBezTo>
                  <a:cubicBezTo>
                    <a:pt x="11684" y="2382"/>
                    <a:pt x="11644" y="2429"/>
                    <a:pt x="11607" y="2479"/>
                  </a:cubicBezTo>
                  <a:cubicBezTo>
                    <a:pt x="11602" y="2487"/>
                    <a:pt x="11596" y="2494"/>
                    <a:pt x="11591" y="2504"/>
                  </a:cubicBezTo>
                  <a:cubicBezTo>
                    <a:pt x="11556" y="2560"/>
                    <a:pt x="11527" y="2617"/>
                    <a:pt x="11507" y="2680"/>
                  </a:cubicBezTo>
                  <a:cubicBezTo>
                    <a:pt x="11501" y="2692"/>
                    <a:pt x="11498" y="2705"/>
                    <a:pt x="11496" y="2720"/>
                  </a:cubicBezTo>
                  <a:cubicBezTo>
                    <a:pt x="11479" y="2782"/>
                    <a:pt x="11467" y="2847"/>
                    <a:pt x="11467" y="2915"/>
                  </a:cubicBezTo>
                  <a:lnTo>
                    <a:pt x="11467" y="4993"/>
                  </a:lnTo>
                  <a:cubicBezTo>
                    <a:pt x="11467" y="5795"/>
                    <a:pt x="10975" y="6542"/>
                    <a:pt x="10179" y="6943"/>
                  </a:cubicBezTo>
                  <a:cubicBezTo>
                    <a:pt x="9383" y="7343"/>
                    <a:pt x="8398" y="7343"/>
                    <a:pt x="7602" y="6943"/>
                  </a:cubicBezTo>
                  <a:lnTo>
                    <a:pt x="5545" y="5904"/>
                  </a:lnTo>
                  <a:cubicBezTo>
                    <a:pt x="5479" y="5872"/>
                    <a:pt x="5408" y="5846"/>
                    <a:pt x="5335" y="5829"/>
                  </a:cubicBezTo>
                  <a:cubicBezTo>
                    <a:pt x="5321" y="5824"/>
                    <a:pt x="5306" y="5821"/>
                    <a:pt x="5290" y="5819"/>
                  </a:cubicBezTo>
                  <a:cubicBezTo>
                    <a:pt x="5219" y="5804"/>
                    <a:pt x="5146" y="5797"/>
                    <a:pt x="5075" y="5794"/>
                  </a:cubicBezTo>
                  <a:lnTo>
                    <a:pt x="5044" y="5794"/>
                  </a:lnTo>
                  <a:cubicBezTo>
                    <a:pt x="4975" y="5794"/>
                    <a:pt x="4909" y="5803"/>
                    <a:pt x="4843" y="5816"/>
                  </a:cubicBezTo>
                  <a:cubicBezTo>
                    <a:pt x="4832" y="5816"/>
                    <a:pt x="4820" y="5819"/>
                    <a:pt x="4812" y="5821"/>
                  </a:cubicBezTo>
                  <a:cubicBezTo>
                    <a:pt x="4741" y="5838"/>
                    <a:pt x="4675" y="5864"/>
                    <a:pt x="4608" y="5894"/>
                  </a:cubicBezTo>
                  <a:cubicBezTo>
                    <a:pt x="4603" y="5897"/>
                    <a:pt x="4594" y="5899"/>
                    <a:pt x="4588" y="5902"/>
                  </a:cubicBezTo>
                  <a:lnTo>
                    <a:pt x="475" y="7980"/>
                  </a:lnTo>
                  <a:cubicBezTo>
                    <a:pt x="180" y="8128"/>
                    <a:pt x="0" y="8402"/>
                    <a:pt x="0" y="8700"/>
                  </a:cubicBezTo>
                  <a:lnTo>
                    <a:pt x="0" y="12855"/>
                  </a:lnTo>
                  <a:cubicBezTo>
                    <a:pt x="0" y="13153"/>
                    <a:pt x="180" y="13429"/>
                    <a:pt x="475" y="13576"/>
                  </a:cubicBezTo>
                  <a:lnTo>
                    <a:pt x="4588" y="15654"/>
                  </a:lnTo>
                  <a:cubicBezTo>
                    <a:pt x="4588" y="15654"/>
                    <a:pt x="4603" y="15658"/>
                    <a:pt x="4608" y="15661"/>
                  </a:cubicBezTo>
                  <a:cubicBezTo>
                    <a:pt x="4674" y="15691"/>
                    <a:pt x="4740" y="15717"/>
                    <a:pt x="4812" y="15734"/>
                  </a:cubicBezTo>
                  <a:cubicBezTo>
                    <a:pt x="4823" y="15737"/>
                    <a:pt x="4836" y="15739"/>
                    <a:pt x="4847" y="15742"/>
                  </a:cubicBezTo>
                  <a:cubicBezTo>
                    <a:pt x="4912" y="15755"/>
                    <a:pt x="4978" y="15763"/>
                    <a:pt x="5044" y="15765"/>
                  </a:cubicBezTo>
                  <a:cubicBezTo>
                    <a:pt x="5053" y="15765"/>
                    <a:pt x="5058" y="15767"/>
                    <a:pt x="5067" y="15767"/>
                  </a:cubicBezTo>
                  <a:lnTo>
                    <a:pt x="5078" y="15767"/>
                  </a:lnTo>
                  <a:cubicBezTo>
                    <a:pt x="5149" y="15767"/>
                    <a:pt x="5222" y="15758"/>
                    <a:pt x="5293" y="15742"/>
                  </a:cubicBezTo>
                  <a:cubicBezTo>
                    <a:pt x="5308" y="15739"/>
                    <a:pt x="5322" y="15734"/>
                    <a:pt x="5339" y="15732"/>
                  </a:cubicBezTo>
                  <a:cubicBezTo>
                    <a:pt x="5410" y="15715"/>
                    <a:pt x="5479" y="15690"/>
                    <a:pt x="5548" y="15657"/>
                  </a:cubicBezTo>
                  <a:lnTo>
                    <a:pt x="7606" y="14618"/>
                  </a:lnTo>
                  <a:cubicBezTo>
                    <a:pt x="8402" y="14218"/>
                    <a:pt x="9386" y="14218"/>
                    <a:pt x="10181" y="14618"/>
                  </a:cubicBezTo>
                  <a:cubicBezTo>
                    <a:pt x="10974" y="15019"/>
                    <a:pt x="11469" y="15767"/>
                    <a:pt x="11469" y="16569"/>
                  </a:cubicBezTo>
                  <a:lnTo>
                    <a:pt x="11469" y="18647"/>
                  </a:lnTo>
                  <a:cubicBezTo>
                    <a:pt x="11469" y="18714"/>
                    <a:pt x="11480" y="18779"/>
                    <a:pt x="11498" y="18841"/>
                  </a:cubicBezTo>
                  <a:cubicBezTo>
                    <a:pt x="11501" y="18854"/>
                    <a:pt x="11504" y="18869"/>
                    <a:pt x="11509" y="18881"/>
                  </a:cubicBezTo>
                  <a:cubicBezTo>
                    <a:pt x="11529" y="18942"/>
                    <a:pt x="11558" y="19001"/>
                    <a:pt x="11592" y="19057"/>
                  </a:cubicBezTo>
                  <a:cubicBezTo>
                    <a:pt x="11597" y="19064"/>
                    <a:pt x="11603" y="19071"/>
                    <a:pt x="11609" y="19082"/>
                  </a:cubicBezTo>
                  <a:cubicBezTo>
                    <a:pt x="11644" y="19132"/>
                    <a:pt x="11684" y="19179"/>
                    <a:pt x="11733" y="19222"/>
                  </a:cubicBezTo>
                  <a:cubicBezTo>
                    <a:pt x="11742" y="19230"/>
                    <a:pt x="11748" y="19237"/>
                    <a:pt x="11756" y="19245"/>
                  </a:cubicBezTo>
                  <a:cubicBezTo>
                    <a:pt x="11808" y="19289"/>
                    <a:pt x="11868" y="19327"/>
                    <a:pt x="11931" y="19362"/>
                  </a:cubicBezTo>
                  <a:cubicBezTo>
                    <a:pt x="11937" y="19365"/>
                    <a:pt x="11942" y="19370"/>
                    <a:pt x="11948" y="19372"/>
                  </a:cubicBezTo>
                  <a:lnTo>
                    <a:pt x="16061" y="21450"/>
                  </a:lnTo>
                  <a:cubicBezTo>
                    <a:pt x="16207" y="21525"/>
                    <a:pt x="16373" y="21563"/>
                    <a:pt x="16536" y="21563"/>
                  </a:cubicBezTo>
                  <a:cubicBezTo>
                    <a:pt x="16700" y="21563"/>
                    <a:pt x="16866" y="21525"/>
                    <a:pt x="17012" y="21450"/>
                  </a:cubicBezTo>
                  <a:lnTo>
                    <a:pt x="21125" y="19372"/>
                  </a:lnTo>
                  <a:cubicBezTo>
                    <a:pt x="21420" y="19224"/>
                    <a:pt x="21600" y="18950"/>
                    <a:pt x="21600" y="18652"/>
                  </a:cubicBezTo>
                  <a:lnTo>
                    <a:pt x="21600" y="14497"/>
                  </a:lnTo>
                  <a:cubicBezTo>
                    <a:pt x="21600" y="14199"/>
                    <a:pt x="21420" y="13923"/>
                    <a:pt x="21125" y="13776"/>
                  </a:cubicBezTo>
                  <a:lnTo>
                    <a:pt x="17012" y="11698"/>
                  </a:lnTo>
                  <a:cubicBezTo>
                    <a:pt x="17012" y="11698"/>
                    <a:pt x="16997" y="11693"/>
                    <a:pt x="16992" y="11690"/>
                  </a:cubicBezTo>
                  <a:cubicBezTo>
                    <a:pt x="16926" y="11660"/>
                    <a:pt x="16860" y="11635"/>
                    <a:pt x="16789" y="11617"/>
                  </a:cubicBezTo>
                  <a:cubicBezTo>
                    <a:pt x="16778" y="11615"/>
                    <a:pt x="16769" y="11615"/>
                    <a:pt x="16758" y="11613"/>
                  </a:cubicBezTo>
                  <a:cubicBezTo>
                    <a:pt x="16692" y="11598"/>
                    <a:pt x="16623" y="11590"/>
                    <a:pt x="16557" y="11590"/>
                  </a:cubicBezTo>
                  <a:lnTo>
                    <a:pt x="16526" y="11590"/>
                  </a:lnTo>
                  <a:cubicBezTo>
                    <a:pt x="16455" y="11590"/>
                    <a:pt x="16384" y="11600"/>
                    <a:pt x="16311" y="11615"/>
                  </a:cubicBezTo>
                  <a:cubicBezTo>
                    <a:pt x="16297" y="11618"/>
                    <a:pt x="16282" y="11623"/>
                    <a:pt x="16269" y="11625"/>
                  </a:cubicBezTo>
                  <a:cubicBezTo>
                    <a:pt x="16198" y="11643"/>
                    <a:pt x="16129" y="11668"/>
                    <a:pt x="16060" y="11700"/>
                  </a:cubicBezTo>
                  <a:lnTo>
                    <a:pt x="14002" y="12739"/>
                  </a:lnTo>
                  <a:cubicBezTo>
                    <a:pt x="13209" y="13139"/>
                    <a:pt x="12222" y="13139"/>
                    <a:pt x="11427" y="12739"/>
                  </a:cubicBezTo>
                  <a:cubicBezTo>
                    <a:pt x="10634" y="12339"/>
                    <a:pt x="10139" y="11590"/>
                    <a:pt x="10139" y="10789"/>
                  </a:cubicBezTo>
                  <a:cubicBezTo>
                    <a:pt x="10139" y="9987"/>
                    <a:pt x="10631" y="9240"/>
                    <a:pt x="11427" y="8838"/>
                  </a:cubicBezTo>
                  <a:lnTo>
                    <a:pt x="11424" y="88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21" y="0"/>
              <a:ext cx="208872" cy="174385"/>
            </a:xfrm>
            <a:custGeom>
              <a:rect b="b" l="l" r="r" t="t"/>
              <a:pathLst>
                <a:path extrusionOk="0" h="21549" w="21600">
                  <a:moveTo>
                    <a:pt x="474" y="18555"/>
                  </a:moveTo>
                  <a:lnTo>
                    <a:pt x="4587" y="21395"/>
                  </a:lnTo>
                  <a:cubicBezTo>
                    <a:pt x="4733" y="21497"/>
                    <a:pt x="4899" y="21549"/>
                    <a:pt x="5063" y="21549"/>
                  </a:cubicBezTo>
                  <a:cubicBezTo>
                    <a:pt x="5226" y="21549"/>
                    <a:pt x="5392" y="21497"/>
                    <a:pt x="5538" y="21395"/>
                  </a:cubicBezTo>
                  <a:lnTo>
                    <a:pt x="9651" y="18555"/>
                  </a:lnTo>
                  <a:cubicBezTo>
                    <a:pt x="9651" y="18555"/>
                    <a:pt x="9662" y="18545"/>
                    <a:pt x="9668" y="18542"/>
                  </a:cubicBezTo>
                  <a:cubicBezTo>
                    <a:pt x="9731" y="18498"/>
                    <a:pt x="9790" y="18442"/>
                    <a:pt x="9842" y="18381"/>
                  </a:cubicBezTo>
                  <a:cubicBezTo>
                    <a:pt x="9851" y="18371"/>
                    <a:pt x="9857" y="18361"/>
                    <a:pt x="9866" y="18351"/>
                  </a:cubicBezTo>
                  <a:cubicBezTo>
                    <a:pt x="9912" y="18292"/>
                    <a:pt x="9952" y="18227"/>
                    <a:pt x="9989" y="18159"/>
                  </a:cubicBezTo>
                  <a:cubicBezTo>
                    <a:pt x="9995" y="18148"/>
                    <a:pt x="10001" y="18139"/>
                    <a:pt x="10006" y="18124"/>
                  </a:cubicBezTo>
                  <a:cubicBezTo>
                    <a:pt x="10041" y="18049"/>
                    <a:pt x="10070" y="17970"/>
                    <a:pt x="10090" y="17885"/>
                  </a:cubicBezTo>
                  <a:cubicBezTo>
                    <a:pt x="10095" y="17868"/>
                    <a:pt x="10099" y="17850"/>
                    <a:pt x="10101" y="17830"/>
                  </a:cubicBezTo>
                  <a:cubicBezTo>
                    <a:pt x="10117" y="17745"/>
                    <a:pt x="10130" y="17656"/>
                    <a:pt x="10130" y="17564"/>
                  </a:cubicBezTo>
                  <a:lnTo>
                    <a:pt x="10130" y="14725"/>
                  </a:lnTo>
                  <a:cubicBezTo>
                    <a:pt x="10130" y="13630"/>
                    <a:pt x="10622" y="12608"/>
                    <a:pt x="11418" y="12061"/>
                  </a:cubicBezTo>
                  <a:cubicBezTo>
                    <a:pt x="12214" y="11515"/>
                    <a:pt x="13198" y="11515"/>
                    <a:pt x="13994" y="12061"/>
                  </a:cubicBezTo>
                  <a:lnTo>
                    <a:pt x="16052" y="13481"/>
                  </a:lnTo>
                  <a:cubicBezTo>
                    <a:pt x="16118" y="13525"/>
                    <a:pt x="16189" y="13560"/>
                    <a:pt x="16261" y="13584"/>
                  </a:cubicBezTo>
                  <a:cubicBezTo>
                    <a:pt x="16276" y="13590"/>
                    <a:pt x="16290" y="13594"/>
                    <a:pt x="16307" y="13597"/>
                  </a:cubicBezTo>
                  <a:cubicBezTo>
                    <a:pt x="16378" y="13617"/>
                    <a:pt x="16447" y="13627"/>
                    <a:pt x="16522" y="13631"/>
                  </a:cubicBezTo>
                  <a:lnTo>
                    <a:pt x="16533" y="13631"/>
                  </a:lnTo>
                  <a:cubicBezTo>
                    <a:pt x="16542" y="13631"/>
                    <a:pt x="16547" y="13627"/>
                    <a:pt x="16556" y="13627"/>
                  </a:cubicBezTo>
                  <a:cubicBezTo>
                    <a:pt x="16622" y="13627"/>
                    <a:pt x="16688" y="13614"/>
                    <a:pt x="16753" y="13597"/>
                  </a:cubicBezTo>
                  <a:cubicBezTo>
                    <a:pt x="16764" y="13597"/>
                    <a:pt x="16777" y="13593"/>
                    <a:pt x="16788" y="13586"/>
                  </a:cubicBezTo>
                  <a:cubicBezTo>
                    <a:pt x="16859" y="13562"/>
                    <a:pt x="16925" y="13528"/>
                    <a:pt x="16992" y="13486"/>
                  </a:cubicBezTo>
                  <a:cubicBezTo>
                    <a:pt x="16997" y="13484"/>
                    <a:pt x="17006" y="13480"/>
                    <a:pt x="17012" y="13476"/>
                  </a:cubicBezTo>
                  <a:lnTo>
                    <a:pt x="21125" y="10637"/>
                  </a:lnTo>
                  <a:cubicBezTo>
                    <a:pt x="21420" y="10434"/>
                    <a:pt x="21600" y="10059"/>
                    <a:pt x="21600" y="9652"/>
                  </a:cubicBezTo>
                  <a:lnTo>
                    <a:pt x="21600" y="3975"/>
                  </a:lnTo>
                  <a:cubicBezTo>
                    <a:pt x="21600" y="3568"/>
                    <a:pt x="21420" y="3191"/>
                    <a:pt x="21125" y="2990"/>
                  </a:cubicBezTo>
                  <a:lnTo>
                    <a:pt x="17012" y="151"/>
                  </a:lnTo>
                  <a:cubicBezTo>
                    <a:pt x="16717" y="-51"/>
                    <a:pt x="16354" y="-51"/>
                    <a:pt x="16059" y="151"/>
                  </a:cubicBezTo>
                  <a:lnTo>
                    <a:pt x="11946" y="2990"/>
                  </a:lnTo>
                  <a:cubicBezTo>
                    <a:pt x="11946" y="2990"/>
                    <a:pt x="11935" y="3001"/>
                    <a:pt x="11929" y="3004"/>
                  </a:cubicBezTo>
                  <a:cubicBezTo>
                    <a:pt x="11867" y="3048"/>
                    <a:pt x="11807" y="3104"/>
                    <a:pt x="11754" y="3165"/>
                  </a:cubicBezTo>
                  <a:cubicBezTo>
                    <a:pt x="11745" y="3175"/>
                    <a:pt x="11740" y="3185"/>
                    <a:pt x="11731" y="3195"/>
                  </a:cubicBezTo>
                  <a:cubicBezTo>
                    <a:pt x="11685" y="3254"/>
                    <a:pt x="11645" y="3319"/>
                    <a:pt x="11607" y="3387"/>
                  </a:cubicBezTo>
                  <a:cubicBezTo>
                    <a:pt x="11602" y="3398"/>
                    <a:pt x="11596" y="3407"/>
                    <a:pt x="11591" y="3421"/>
                  </a:cubicBezTo>
                  <a:cubicBezTo>
                    <a:pt x="11556" y="3497"/>
                    <a:pt x="11527" y="3576"/>
                    <a:pt x="11507" y="3661"/>
                  </a:cubicBezTo>
                  <a:cubicBezTo>
                    <a:pt x="11501" y="3678"/>
                    <a:pt x="11498" y="3696"/>
                    <a:pt x="11496" y="3716"/>
                  </a:cubicBezTo>
                  <a:cubicBezTo>
                    <a:pt x="11478" y="3801"/>
                    <a:pt x="11467" y="3890"/>
                    <a:pt x="11467" y="3983"/>
                  </a:cubicBezTo>
                  <a:lnTo>
                    <a:pt x="11467" y="6822"/>
                  </a:lnTo>
                  <a:cubicBezTo>
                    <a:pt x="11467" y="7917"/>
                    <a:pt x="10975" y="8939"/>
                    <a:pt x="10179" y="9487"/>
                  </a:cubicBezTo>
                  <a:cubicBezTo>
                    <a:pt x="9386" y="10034"/>
                    <a:pt x="8398" y="10034"/>
                    <a:pt x="7602" y="9487"/>
                  </a:cubicBezTo>
                  <a:lnTo>
                    <a:pt x="5545" y="8067"/>
                  </a:lnTo>
                  <a:cubicBezTo>
                    <a:pt x="5479" y="8024"/>
                    <a:pt x="5408" y="7989"/>
                    <a:pt x="5335" y="7965"/>
                  </a:cubicBezTo>
                  <a:cubicBezTo>
                    <a:pt x="5321" y="7958"/>
                    <a:pt x="5306" y="7954"/>
                    <a:pt x="5290" y="7952"/>
                  </a:cubicBezTo>
                  <a:cubicBezTo>
                    <a:pt x="5219" y="7932"/>
                    <a:pt x="5146" y="7921"/>
                    <a:pt x="5075" y="7917"/>
                  </a:cubicBezTo>
                  <a:lnTo>
                    <a:pt x="5044" y="7917"/>
                  </a:lnTo>
                  <a:cubicBezTo>
                    <a:pt x="4975" y="7917"/>
                    <a:pt x="4909" y="7930"/>
                    <a:pt x="4843" y="7948"/>
                  </a:cubicBezTo>
                  <a:cubicBezTo>
                    <a:pt x="4832" y="7948"/>
                    <a:pt x="4820" y="7952"/>
                    <a:pt x="4812" y="7954"/>
                  </a:cubicBezTo>
                  <a:cubicBezTo>
                    <a:pt x="4741" y="7978"/>
                    <a:pt x="4675" y="8013"/>
                    <a:pt x="4608" y="8054"/>
                  </a:cubicBezTo>
                  <a:cubicBezTo>
                    <a:pt x="4603" y="8058"/>
                    <a:pt x="4594" y="8061"/>
                    <a:pt x="4588" y="8065"/>
                  </a:cubicBezTo>
                  <a:lnTo>
                    <a:pt x="475" y="10904"/>
                  </a:lnTo>
                  <a:cubicBezTo>
                    <a:pt x="180" y="11106"/>
                    <a:pt x="0" y="11481"/>
                    <a:pt x="0" y="11889"/>
                  </a:cubicBezTo>
                  <a:lnTo>
                    <a:pt x="0" y="17566"/>
                  </a:lnTo>
                  <a:cubicBezTo>
                    <a:pt x="0" y="17973"/>
                    <a:pt x="180" y="18349"/>
                    <a:pt x="475" y="18550"/>
                  </a:cubicBezTo>
                  <a:lnTo>
                    <a:pt x="475" y="18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0" y="191974"/>
              <a:ext cx="208818" cy="174385"/>
            </a:xfrm>
            <a:custGeom>
              <a:rect b="b" l="l" r="r" t="t"/>
              <a:pathLst>
                <a:path extrusionOk="0" h="21549" w="21600">
                  <a:moveTo>
                    <a:pt x="21127" y="10907"/>
                  </a:moveTo>
                  <a:lnTo>
                    <a:pt x="17013" y="8067"/>
                  </a:lnTo>
                  <a:cubicBezTo>
                    <a:pt x="17013" y="8067"/>
                    <a:pt x="16998" y="8061"/>
                    <a:pt x="16993" y="8057"/>
                  </a:cubicBezTo>
                  <a:cubicBezTo>
                    <a:pt x="16927" y="8016"/>
                    <a:pt x="16861" y="7982"/>
                    <a:pt x="16789" y="7958"/>
                  </a:cubicBezTo>
                  <a:cubicBezTo>
                    <a:pt x="16778" y="7954"/>
                    <a:pt x="16765" y="7952"/>
                    <a:pt x="16754" y="7948"/>
                  </a:cubicBezTo>
                  <a:cubicBezTo>
                    <a:pt x="16689" y="7930"/>
                    <a:pt x="16623" y="7917"/>
                    <a:pt x="16554" y="7917"/>
                  </a:cubicBezTo>
                  <a:lnTo>
                    <a:pt x="16523" y="7917"/>
                  </a:lnTo>
                  <a:cubicBezTo>
                    <a:pt x="16451" y="7917"/>
                    <a:pt x="16379" y="7930"/>
                    <a:pt x="16308" y="7952"/>
                  </a:cubicBezTo>
                  <a:cubicBezTo>
                    <a:pt x="16293" y="7956"/>
                    <a:pt x="16279" y="7962"/>
                    <a:pt x="16264" y="7965"/>
                  </a:cubicBezTo>
                  <a:cubicBezTo>
                    <a:pt x="16193" y="7989"/>
                    <a:pt x="16124" y="8024"/>
                    <a:pt x="16055" y="8067"/>
                  </a:cubicBezTo>
                  <a:lnTo>
                    <a:pt x="13997" y="9487"/>
                  </a:lnTo>
                  <a:cubicBezTo>
                    <a:pt x="13204" y="10034"/>
                    <a:pt x="12216" y="10034"/>
                    <a:pt x="11423" y="9487"/>
                  </a:cubicBezTo>
                  <a:cubicBezTo>
                    <a:pt x="10627" y="8940"/>
                    <a:pt x="10135" y="7917"/>
                    <a:pt x="10135" y="6822"/>
                  </a:cubicBezTo>
                  <a:lnTo>
                    <a:pt x="10135" y="3983"/>
                  </a:lnTo>
                  <a:cubicBezTo>
                    <a:pt x="10135" y="3891"/>
                    <a:pt x="10123" y="3802"/>
                    <a:pt x="10106" y="3716"/>
                  </a:cubicBezTo>
                  <a:cubicBezTo>
                    <a:pt x="10103" y="3698"/>
                    <a:pt x="10100" y="3678"/>
                    <a:pt x="10094" y="3661"/>
                  </a:cubicBezTo>
                  <a:cubicBezTo>
                    <a:pt x="10074" y="3578"/>
                    <a:pt x="10045" y="3497"/>
                    <a:pt x="10011" y="3421"/>
                  </a:cubicBezTo>
                  <a:cubicBezTo>
                    <a:pt x="10005" y="3411"/>
                    <a:pt x="10000" y="3402"/>
                    <a:pt x="9994" y="3387"/>
                  </a:cubicBezTo>
                  <a:cubicBezTo>
                    <a:pt x="9960" y="3319"/>
                    <a:pt x="9920" y="3254"/>
                    <a:pt x="9871" y="3195"/>
                  </a:cubicBezTo>
                  <a:cubicBezTo>
                    <a:pt x="9862" y="3185"/>
                    <a:pt x="9856" y="3175"/>
                    <a:pt x="9848" y="3165"/>
                  </a:cubicBezTo>
                  <a:cubicBezTo>
                    <a:pt x="9797" y="3104"/>
                    <a:pt x="9737" y="3052"/>
                    <a:pt x="9674" y="3004"/>
                  </a:cubicBezTo>
                  <a:cubicBezTo>
                    <a:pt x="9668" y="3000"/>
                    <a:pt x="9662" y="2993"/>
                    <a:pt x="9657" y="2990"/>
                  </a:cubicBezTo>
                  <a:lnTo>
                    <a:pt x="5543" y="151"/>
                  </a:lnTo>
                  <a:cubicBezTo>
                    <a:pt x="5248" y="-51"/>
                    <a:pt x="4885" y="-51"/>
                    <a:pt x="4590" y="151"/>
                  </a:cubicBezTo>
                  <a:lnTo>
                    <a:pt x="476" y="2990"/>
                  </a:lnTo>
                  <a:cubicBezTo>
                    <a:pt x="180" y="3193"/>
                    <a:pt x="0" y="3568"/>
                    <a:pt x="0" y="3975"/>
                  </a:cubicBezTo>
                  <a:lnTo>
                    <a:pt x="0" y="9652"/>
                  </a:lnTo>
                  <a:cubicBezTo>
                    <a:pt x="0" y="10059"/>
                    <a:pt x="180" y="10436"/>
                    <a:pt x="476" y="10637"/>
                  </a:cubicBezTo>
                  <a:lnTo>
                    <a:pt x="4590" y="13476"/>
                  </a:lnTo>
                  <a:cubicBezTo>
                    <a:pt x="4590" y="13476"/>
                    <a:pt x="4604" y="13482"/>
                    <a:pt x="4610" y="13486"/>
                  </a:cubicBezTo>
                  <a:cubicBezTo>
                    <a:pt x="4675" y="13528"/>
                    <a:pt x="4741" y="13561"/>
                    <a:pt x="4810" y="13585"/>
                  </a:cubicBezTo>
                  <a:cubicBezTo>
                    <a:pt x="4821" y="13589"/>
                    <a:pt x="4833" y="13592"/>
                    <a:pt x="4845" y="13596"/>
                  </a:cubicBezTo>
                  <a:cubicBezTo>
                    <a:pt x="4910" y="13613"/>
                    <a:pt x="4974" y="13623"/>
                    <a:pt x="5042" y="13626"/>
                  </a:cubicBezTo>
                  <a:cubicBezTo>
                    <a:pt x="5051" y="13626"/>
                    <a:pt x="5058" y="13629"/>
                    <a:pt x="5065" y="13629"/>
                  </a:cubicBezTo>
                  <a:lnTo>
                    <a:pt x="5076" y="13629"/>
                  </a:lnTo>
                  <a:cubicBezTo>
                    <a:pt x="5147" y="13629"/>
                    <a:pt x="5220" y="13615"/>
                    <a:pt x="5288" y="13594"/>
                  </a:cubicBezTo>
                  <a:cubicBezTo>
                    <a:pt x="5302" y="13590"/>
                    <a:pt x="5319" y="13584"/>
                    <a:pt x="5333" y="13581"/>
                  </a:cubicBezTo>
                  <a:cubicBezTo>
                    <a:pt x="5405" y="13557"/>
                    <a:pt x="5474" y="13522"/>
                    <a:pt x="5543" y="13478"/>
                  </a:cubicBezTo>
                  <a:lnTo>
                    <a:pt x="7601" y="12059"/>
                  </a:lnTo>
                  <a:cubicBezTo>
                    <a:pt x="8397" y="11512"/>
                    <a:pt x="9382" y="11512"/>
                    <a:pt x="10178" y="12059"/>
                  </a:cubicBezTo>
                  <a:cubicBezTo>
                    <a:pt x="10971" y="12606"/>
                    <a:pt x="11467" y="13629"/>
                    <a:pt x="11467" y="14724"/>
                  </a:cubicBezTo>
                  <a:lnTo>
                    <a:pt x="11467" y="17563"/>
                  </a:lnTo>
                  <a:cubicBezTo>
                    <a:pt x="11467" y="17655"/>
                    <a:pt x="11478" y="17744"/>
                    <a:pt x="11495" y="17830"/>
                  </a:cubicBezTo>
                  <a:cubicBezTo>
                    <a:pt x="11499" y="17848"/>
                    <a:pt x="11501" y="17868"/>
                    <a:pt x="11507" y="17885"/>
                  </a:cubicBezTo>
                  <a:cubicBezTo>
                    <a:pt x="11527" y="17967"/>
                    <a:pt x="11556" y="18049"/>
                    <a:pt x="11590" y="18124"/>
                  </a:cubicBezTo>
                  <a:cubicBezTo>
                    <a:pt x="11596" y="18135"/>
                    <a:pt x="11601" y="18144"/>
                    <a:pt x="11607" y="18159"/>
                  </a:cubicBezTo>
                  <a:cubicBezTo>
                    <a:pt x="11641" y="18227"/>
                    <a:pt x="11681" y="18292"/>
                    <a:pt x="11730" y="18351"/>
                  </a:cubicBezTo>
                  <a:cubicBezTo>
                    <a:pt x="11739" y="18361"/>
                    <a:pt x="11745" y="18371"/>
                    <a:pt x="11753" y="18381"/>
                  </a:cubicBezTo>
                  <a:cubicBezTo>
                    <a:pt x="11804" y="18442"/>
                    <a:pt x="11864" y="18494"/>
                    <a:pt x="11928" y="18542"/>
                  </a:cubicBezTo>
                  <a:cubicBezTo>
                    <a:pt x="11933" y="18546"/>
                    <a:pt x="11939" y="18553"/>
                    <a:pt x="11945" y="18555"/>
                  </a:cubicBezTo>
                  <a:lnTo>
                    <a:pt x="16059" y="21395"/>
                  </a:lnTo>
                  <a:cubicBezTo>
                    <a:pt x="16205" y="21497"/>
                    <a:pt x="16371" y="21549"/>
                    <a:pt x="16535" y="21549"/>
                  </a:cubicBezTo>
                  <a:cubicBezTo>
                    <a:pt x="16699" y="21549"/>
                    <a:pt x="16865" y="21497"/>
                    <a:pt x="17010" y="21395"/>
                  </a:cubicBezTo>
                  <a:lnTo>
                    <a:pt x="21124" y="18555"/>
                  </a:lnTo>
                  <a:cubicBezTo>
                    <a:pt x="21420" y="18353"/>
                    <a:pt x="21600" y="17978"/>
                    <a:pt x="21600" y="17571"/>
                  </a:cubicBezTo>
                  <a:lnTo>
                    <a:pt x="21600" y="11894"/>
                  </a:lnTo>
                  <a:cubicBezTo>
                    <a:pt x="21600" y="11487"/>
                    <a:pt x="21420" y="11110"/>
                    <a:pt x="21124" y="10909"/>
                  </a:cubicBezTo>
                  <a:lnTo>
                    <a:pt x="21127" y="109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Inter Tight Medium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795357" y="4924425"/>
            <a:ext cx="234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1pPr>
            <a:lvl2pPr indent="0" lvl="1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2pPr>
            <a:lvl3pPr indent="0" lvl="2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3pPr>
            <a:lvl4pPr indent="0" lvl="3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4pPr>
            <a:lvl5pPr indent="0" lvl="4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5pPr>
            <a:lvl6pPr indent="0" lvl="5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6pPr>
            <a:lvl7pPr indent="0" lvl="6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7pPr>
            <a:lvl8pPr indent="0" lvl="7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8pPr>
            <a:lvl9pPr indent="0" lvl="8" mar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 Tight"/>
              <a:buNone/>
              <a:defRPr b="1" sz="6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3317032" y="4931568"/>
            <a:ext cx="2510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8C93"/>
              </a:buClr>
              <a:buSzPts val="500"/>
              <a:buFont typeface="Inter Tight"/>
              <a:buNone/>
            </a:pPr>
            <a:r>
              <a:rPr b="0" i="0" lang="en" sz="500" u="none" cap="none" strike="noStrike">
                <a:solidFill>
                  <a:srgbClr val="8A8C93"/>
                </a:solidFill>
                <a:latin typeface="Inter Tight"/>
                <a:ea typeface="Inter Tight"/>
                <a:cs typeface="Inter Tight"/>
                <a:sym typeface="Inter Tight"/>
              </a:rPr>
              <a:t>PROPRIETARY &amp; CONFIDENTIAL</a:t>
            </a:r>
            <a:endParaRPr sz="500"/>
          </a:p>
        </p:txBody>
      </p:sp>
      <p:sp>
        <p:nvSpPr>
          <p:cNvPr id="105" name="Google Shape;105;p19"/>
          <p:cNvSpPr/>
          <p:nvPr/>
        </p:nvSpPr>
        <p:spPr>
          <a:xfrm>
            <a:off x="0" y="0"/>
            <a:ext cx="9030258" cy="4802706"/>
          </a:xfrm>
          <a:custGeom>
            <a:rect b="b" l="l" r="r" t="t"/>
            <a:pathLst>
              <a:path extrusionOk="0" h="21600" w="21600">
                <a:moveTo>
                  <a:pt x="21031" y="21600"/>
                </a:moveTo>
                <a:lnTo>
                  <a:pt x="0" y="21600"/>
                </a:lnTo>
                <a:lnTo>
                  <a:pt x="0" y="21579"/>
                </a:lnTo>
                <a:lnTo>
                  <a:pt x="21026" y="21579"/>
                </a:lnTo>
                <a:lnTo>
                  <a:pt x="21589" y="20521"/>
                </a:lnTo>
                <a:lnTo>
                  <a:pt x="21589" y="0"/>
                </a:lnTo>
                <a:lnTo>
                  <a:pt x="21600" y="0"/>
                </a:lnTo>
                <a:lnTo>
                  <a:pt x="21600" y="20530"/>
                </a:lnTo>
                <a:lnTo>
                  <a:pt x="21031" y="2160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 Tight Medium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Relationship Id="rId9" Type="http://schemas.openxmlformats.org/officeDocument/2006/relationships/image" Target="../media/image45.png"/><Relationship Id="rId10" Type="http://schemas.openxmlformats.org/officeDocument/2006/relationships/image" Target="../media/image44.png"/><Relationship Id="rId11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92025" y="3253642"/>
            <a:ext cx="8211300" cy="18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From one task to a self-running system</a:t>
            </a:r>
            <a:endParaRPr sz="3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400">
                <a:solidFill>
                  <a:srgbClr val="D9D9D9"/>
                </a:solidFill>
                <a:latin typeface="Geist"/>
                <a:ea typeface="Geist"/>
                <a:cs typeface="Geist"/>
                <a:sym typeface="Geist"/>
              </a:rPr>
              <a:t>Automations, plugins and dynamic workflows</a:t>
            </a:r>
            <a:endParaRPr sz="1400">
              <a:solidFill>
                <a:srgbClr val="D9D9D9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1" name="Google Shape;111;p20"/>
          <p:cNvSpPr txBox="1"/>
          <p:nvPr>
            <p:ph idx="3" type="subTitle"/>
          </p:nvPr>
        </p:nvSpPr>
        <p:spPr>
          <a:xfrm>
            <a:off x="6819466" y="109725"/>
            <a:ext cx="2136000" cy="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Access Group  ·  Devin advanced workshop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5"/>
          <p:cNvSpPr/>
          <p:nvPr/>
        </p:nvSpPr>
        <p:spPr>
          <a:xfrm>
            <a:off x="238125" y="552450"/>
            <a:ext cx="31527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86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23"/>
              <a:buFont typeface="Geist"/>
              <a:buNone/>
            </a:pPr>
            <a:r>
              <a:rPr lang="en" sz="2423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  <a:t>Automation Triggers</a:t>
            </a:r>
            <a:br>
              <a:rPr lang="en" sz="2423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</a:br>
            <a:endParaRPr sz="2423">
              <a:solidFill>
                <a:srgbClr val="141414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238125" y="4943475"/>
            <a:ext cx="6412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/>
          <p:nvPr/>
        </p:nvSpPr>
        <p:spPr>
          <a:xfrm>
            <a:off x="3514725" y="4962525"/>
            <a:ext cx="881063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3" y="0"/>
            <a:ext cx="4763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938" y="0"/>
            <a:ext cx="4763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/>
          <p:nvPr/>
        </p:nvSpPr>
        <p:spPr>
          <a:xfrm>
            <a:off x="8734425" y="238125"/>
            <a:ext cx="17145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125" y="1404938"/>
            <a:ext cx="4295775" cy="335756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/>
          <p:nvPr/>
        </p:nvSpPr>
        <p:spPr>
          <a:xfrm>
            <a:off x="504825" y="2309813"/>
            <a:ext cx="9525" cy="85725"/>
          </a:xfrm>
          <a:prstGeom prst="rect">
            <a:avLst/>
          </a:prstGeom>
          <a:solidFill>
            <a:srgbClr val="2600FF"/>
          </a:solidFill>
          <a:ln cap="flat" cmpd="sng" w="9525">
            <a:solidFill>
              <a:srgbClr val="2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666750" y="2271713"/>
            <a:ext cx="360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141414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Custom webhooks. </a:t>
            </a:r>
            <a: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Any external system that POSTs an event.</a:t>
            </a:r>
            <a:b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04825" y="2852738"/>
            <a:ext cx="9525" cy="85725"/>
          </a:xfrm>
          <a:prstGeom prst="rect">
            <a:avLst/>
          </a:prstGeom>
          <a:solidFill>
            <a:srgbClr val="2600FF"/>
          </a:solidFill>
          <a:ln cap="flat" cmpd="sng" w="9525">
            <a:solidFill>
              <a:srgbClr val="2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666750" y="2814638"/>
            <a:ext cx="3600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141414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Schedules. </a:t>
            </a:r>
            <a: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  <a:t>Daily, weekly, or custom intervals (replaces current scheduled-sessions flow).</a:t>
            </a:r>
            <a:b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04825" y="3395663"/>
            <a:ext cx="9525" cy="85725"/>
          </a:xfrm>
          <a:prstGeom prst="rect">
            <a:avLst/>
          </a:prstGeom>
          <a:solidFill>
            <a:srgbClr val="2600FF"/>
          </a:solidFill>
          <a:ln cap="flat" cmpd="sng" w="9525">
            <a:solidFill>
              <a:srgbClr val="2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666750" y="3357563"/>
            <a:ext cx="36004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141414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Github Events.</a:t>
            </a:r>
            <a:r>
              <a:rPr b="1" i="0" lang="en" sz="998" u="none" cap="none" strike="noStrike">
                <a:solidFill>
                  <a:srgbClr val="141414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  <a:t>PR opened, issue activity, or CI results.</a:t>
            </a:r>
            <a:b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504825" y="3752850"/>
            <a:ext cx="9525" cy="85725"/>
          </a:xfrm>
          <a:prstGeom prst="rect">
            <a:avLst/>
          </a:prstGeom>
          <a:solidFill>
            <a:srgbClr val="2600FF"/>
          </a:solidFill>
          <a:ln cap="flat" cmpd="sng" w="9525">
            <a:solidFill>
              <a:srgbClr val="2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666750" y="3714750"/>
            <a:ext cx="36004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141414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Slack Events. </a:t>
            </a:r>
            <a: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  <a:t>Message posted in a channel or alert firing.</a:t>
            </a:r>
            <a:b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04825" y="4110038"/>
            <a:ext cx="9525" cy="85725"/>
          </a:xfrm>
          <a:prstGeom prst="rect">
            <a:avLst/>
          </a:prstGeom>
          <a:solidFill>
            <a:srgbClr val="2600FF"/>
          </a:solidFill>
          <a:ln cap="flat" cmpd="sng" w="9525">
            <a:solidFill>
              <a:srgbClr val="2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666750" y="4071938"/>
            <a:ext cx="36004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141414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Linear Events.</a:t>
            </a:r>
            <a:r>
              <a:rPr b="0" i="0" lang="en" sz="998" u="none" cap="none" strike="noStrike">
                <a:solidFill>
                  <a:srgbClr val="141414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  <a:t>Tickets opened, state changes, etc.</a:t>
            </a:r>
            <a:br>
              <a:rPr b="0" i="0" lang="en" sz="998" u="none" cap="none" strike="noStrike">
                <a:solidFill>
                  <a:srgbClr val="7A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0100" y="1404938"/>
            <a:ext cx="4295775" cy="335756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/>
          <p:nvPr/>
        </p:nvSpPr>
        <p:spPr>
          <a:xfrm>
            <a:off x="504825" y="1671638"/>
            <a:ext cx="995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Geist"/>
              <a:buNone/>
            </a:pPr>
            <a:r>
              <a:rPr i="0" lang="en" sz="114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rPr>
              <a:t>Input Sources</a:t>
            </a:r>
            <a:endParaRPr i="0" sz="1140" u="none" cap="none" strike="noStrike">
              <a:solidFill>
                <a:schemeClr val="dk1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4876800" y="1671638"/>
            <a:ext cx="2038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Geist"/>
              <a:buNone/>
            </a:pPr>
            <a:r>
              <a:rPr lang="en" sz="1140">
                <a:latin typeface="Geist Medium"/>
                <a:ea typeface="Geist Medium"/>
                <a:cs typeface="Geist Medium"/>
                <a:sym typeface="Geist Medium"/>
              </a:rPr>
              <a:t>Autonomous Execution Loop</a:t>
            </a:r>
            <a:endParaRPr sz="1140"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5334000" y="2271713"/>
            <a:ext cx="304323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  <a:t>Investigation</a:t>
            </a:r>
            <a:endParaRPr i="0" sz="998" u="none" cap="none" strike="noStrike">
              <a:solidFill>
                <a:schemeClr val="dk1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5334000" y="2495550"/>
            <a:ext cx="30432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997"/>
              <a:buFont typeface="Geist"/>
              <a:buNone/>
            </a:pPr>
            <a: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Devin reads the codebase and pulls context from connected systems (Datadog, Sentry, etc.).</a:t>
            </a:r>
            <a:b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5334000" y="3057525"/>
            <a:ext cx="304323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lang="en" sz="998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  <a:t>Routing &amp; Triage</a:t>
            </a:r>
            <a:br>
              <a:rPr lang="en" sz="998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</a:br>
            <a:endParaRPr sz="998">
              <a:solidFill>
                <a:srgbClr val="141414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334000" y="3281363"/>
            <a:ext cx="30432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997"/>
              <a:buFont typeface="Geist"/>
              <a:buNone/>
            </a:pPr>
            <a: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Devin summarizes, deduplicates, and tags the appropriate owner.</a:t>
            </a:r>
            <a:b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2271713"/>
            <a:ext cx="2667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5"/>
          <p:cNvSpPr/>
          <p:nvPr/>
        </p:nvSpPr>
        <p:spPr>
          <a:xfrm>
            <a:off x="5334000" y="3843338"/>
            <a:ext cx="3043238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97"/>
              <a:buFont typeface="Geist"/>
              <a:buNone/>
            </a:pPr>
            <a:r>
              <a:rPr lang="en" sz="998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  <a:t>Fixing</a:t>
            </a:r>
            <a:br>
              <a:rPr lang="en" sz="998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5334000" y="4067175"/>
            <a:ext cx="30432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997"/>
              <a:buFont typeface="Geist"/>
              <a:buNone/>
            </a:pPr>
            <a: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Finally, Devin opens a PR when the resolution is verified and clear.</a:t>
            </a:r>
            <a:br>
              <a:rPr b="0" i="0" lang="en" sz="998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5078" y="2614613"/>
            <a:ext cx="70142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5078" y="3400425"/>
            <a:ext cx="70142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238125" y="238125"/>
            <a:ext cx="4095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lang="en" sz="499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Appendix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/>
          <p:nvPr/>
        </p:nvSpPr>
        <p:spPr>
          <a:xfrm>
            <a:off x="238125" y="552450"/>
            <a:ext cx="74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86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23"/>
              <a:buFont typeface="Geist"/>
              <a:buNone/>
            </a:pPr>
            <a:r>
              <a:rPr lang="en" sz="2423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  <a:t>Event-Driven Use Cases with Devin Automations</a:t>
            </a:r>
            <a:br>
              <a:rPr lang="en" sz="2423">
                <a:solidFill>
                  <a:srgbClr val="141414"/>
                </a:solidFill>
                <a:latin typeface="Geist Medium"/>
                <a:ea typeface="Geist Medium"/>
                <a:cs typeface="Geist Medium"/>
                <a:sym typeface="Geist Medium"/>
              </a:rPr>
            </a:br>
            <a:endParaRPr sz="2423">
              <a:solidFill>
                <a:srgbClr val="141414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238125" y="4943475"/>
            <a:ext cx="641237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/>
          <p:nvPr/>
        </p:nvSpPr>
        <p:spPr>
          <a:xfrm>
            <a:off x="3514725" y="4962525"/>
            <a:ext cx="881063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4" name="Google Shape;3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3" y="0"/>
            <a:ext cx="4763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5" name="Google Shape;36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938" y="0"/>
            <a:ext cx="4763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/>
          <p:nvPr/>
        </p:nvSpPr>
        <p:spPr>
          <a:xfrm>
            <a:off x="8734425" y="238125"/>
            <a:ext cx="17145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125" y="1404938"/>
            <a:ext cx="2838450" cy="1640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2775" y="1404938"/>
            <a:ext cx="2838450" cy="1640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9" name="Google Shape;3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425" y="1404938"/>
            <a:ext cx="2838450" cy="1640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0" name="Google Shape;37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888" y="3124200"/>
            <a:ext cx="2838450" cy="1640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1" name="Google Shape;3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2775" y="3121819"/>
            <a:ext cx="2838450" cy="1640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425" y="3121819"/>
            <a:ext cx="2838450" cy="164068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/>
          <p:nvPr/>
        </p:nvSpPr>
        <p:spPr>
          <a:xfrm>
            <a:off x="447675" y="3329000"/>
            <a:ext cx="1752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Geist"/>
              <a:buNone/>
            </a:pPr>
            <a:r>
              <a:rPr lang="en" sz="1140">
                <a:latin typeface="Geist Medium"/>
                <a:ea typeface="Geist Medium"/>
                <a:cs typeface="Geist Medium"/>
                <a:sym typeface="Geist Medium"/>
              </a:rPr>
              <a:t>Unit Test Coverage</a:t>
            </a:r>
            <a:br>
              <a:rPr lang="en" sz="1140">
                <a:latin typeface="Geist Medium"/>
                <a:ea typeface="Geist Medium"/>
                <a:cs typeface="Geist Medium"/>
                <a:sym typeface="Geist Medium"/>
              </a:rPr>
            </a:b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3362325" y="3329000"/>
            <a:ext cx="1752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Geist"/>
              <a:buNone/>
            </a:pPr>
            <a:r>
              <a:rPr lang="en" sz="1140">
                <a:latin typeface="Geist Medium"/>
                <a:ea typeface="Geist Medium"/>
                <a:cs typeface="Geist Medium"/>
                <a:sym typeface="Geist Medium"/>
              </a:rPr>
              <a:t>Project Management</a:t>
            </a:r>
            <a:br>
              <a:rPr lang="en" sz="1140">
                <a:latin typeface="Geist Medium"/>
                <a:ea typeface="Geist Medium"/>
                <a:cs typeface="Geist Medium"/>
                <a:sym typeface="Geist Medium"/>
              </a:rPr>
            </a:br>
            <a:endParaRPr sz="1140"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6276975" y="3329000"/>
            <a:ext cx="220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Geist"/>
              <a:buNone/>
            </a:pPr>
            <a:r>
              <a:rPr lang="en" sz="1140">
                <a:latin typeface="Geist Medium"/>
                <a:ea typeface="Geist Medium"/>
                <a:cs typeface="Geist Medium"/>
                <a:sym typeface="Geist Medium"/>
              </a:rPr>
              <a:t>Communication Channels</a:t>
            </a:r>
            <a:br>
              <a:rPr lang="en" sz="1140">
                <a:latin typeface="Geist Medium"/>
                <a:ea typeface="Geist Medium"/>
                <a:cs typeface="Geist Medium"/>
                <a:sym typeface="Geist Medium"/>
              </a:rPr>
            </a:br>
            <a:endParaRPr sz="1140"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3362325" y="1614500"/>
            <a:ext cx="20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Geist"/>
              <a:buNone/>
            </a:pPr>
            <a:r>
              <a:rPr lang="en" sz="1140">
                <a:latin typeface="Geist Medium"/>
                <a:ea typeface="Geist Medium"/>
                <a:cs typeface="Geist Medium"/>
                <a:sym typeface="Geist Medium"/>
              </a:rPr>
              <a:t>Incident Management</a:t>
            </a:r>
            <a:br>
              <a:rPr lang="en" sz="1140">
                <a:latin typeface="Geist Medium"/>
                <a:ea typeface="Geist Medium"/>
                <a:cs typeface="Geist Medium"/>
                <a:sym typeface="Geist Medium"/>
              </a:rPr>
            </a:br>
            <a:endParaRPr sz="1140"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6276975" y="1614500"/>
            <a:ext cx="1633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Geist"/>
              <a:buNone/>
            </a:pPr>
            <a:r>
              <a:rPr lang="en" sz="1140">
                <a:latin typeface="Geist Medium"/>
                <a:ea typeface="Geist Medium"/>
                <a:cs typeface="Geist Medium"/>
                <a:sym typeface="Geist Medium"/>
              </a:rPr>
              <a:t>Code Review</a:t>
            </a:r>
            <a:br>
              <a:rPr lang="en" sz="1140">
                <a:latin typeface="Geist Medium"/>
                <a:ea typeface="Geist Medium"/>
                <a:cs typeface="Geist Medium"/>
                <a:sym typeface="Geist Medium"/>
              </a:rPr>
            </a:br>
            <a:endParaRPr sz="1140"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47675" y="1614488"/>
            <a:ext cx="24193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447675" y="1614488"/>
            <a:ext cx="2419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Geist"/>
              <a:buNone/>
            </a:pPr>
            <a:r>
              <a:rPr i="0" lang="en" sz="998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rPr>
              <a:t>Vulnerability Remediation</a:t>
            </a:r>
            <a:endParaRPr i="0" sz="998" u="none" cap="none" strike="noStrike">
              <a:solidFill>
                <a:schemeClr val="dk1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47675" y="1847850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Automatically scan every PR for security risks. Have Devin scope + apply patches safely.</a:t>
            </a:r>
            <a:b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447675" y="3562350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Check every PR for new, untested code. Have Devin automatically write + apply new tests.</a:t>
            </a:r>
            <a:b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3362325" y="3562350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Assign a ticket to Devin for automatic scoping, planning, and execution.</a:t>
            </a:r>
            <a:b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6276975" y="3562350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Just @Devin on Slack to assign a task. Have team members in-channel for visibility.</a:t>
            </a:r>
            <a:b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362325" y="1847850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Automate RCA and reduce MTTR by paging Devin instead of your teammates.</a:t>
            </a:r>
            <a:b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</a:b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7972425" y="2562225"/>
            <a:ext cx="428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+ more...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1819275" y="4252913"/>
            <a:ext cx="942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+ any framework...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6276975" y="1847850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855"/>
              <a:buFont typeface="Geist"/>
              <a:buNone/>
            </a:pPr>
            <a:r>
              <a:rPr b="0" i="0" lang="en" sz="855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Automatically scan every PR for security risks. Have Devin scope + apply patches safely.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975" y="2443163"/>
            <a:ext cx="1485900" cy="404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9" name="Google Shape;38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675" y="2457450"/>
            <a:ext cx="1690688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62325" y="2443163"/>
            <a:ext cx="201453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1" name="Google Shape;39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150" y="4119562"/>
            <a:ext cx="12287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76975" y="4233863"/>
            <a:ext cx="77628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3" name="Google Shape;393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62325" y="4233863"/>
            <a:ext cx="1905000" cy="3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6"/>
          <p:cNvSpPr/>
          <p:nvPr/>
        </p:nvSpPr>
        <p:spPr>
          <a:xfrm>
            <a:off x="238125" y="238125"/>
            <a:ext cx="4095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lang="en" sz="499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Appendix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Today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Core: what Devin can run for you. Extras: what is new around it.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CORE  ·  LIVE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Devin runs the work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Devin suggests the automations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Automations on Azure DevOps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Plugins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Dynamic workflows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EXTRAS  ·  IF TIME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Around it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CLI ⇄ Cloud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Code scans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Devin On-Call  ·  beta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724400" y="35636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4798060" y="34671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Devin Migrations  ·  beta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THE THREAD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One demo service, start to finish. Every step ends in a PR and an updated 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Devin suggests the automations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You do not have to know what to automate. Devin looks at how your team already uses it.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HOW IT WORKS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Three clicks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Automations → Create → “Suggest for me”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Devin reviews recent sessions and integrations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Proposals arrive with trigger and prompt filled in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WHY IT MATTERS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Start from evidence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Suggestions come from your real repetition, not a template.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Edit, add limits, save disabled. Enable when you have watched it once.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“Generate with Devin” builds anything the list misses.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2" name="TextBox 191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NEXT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We take one suggestion and turn it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Automations on Azure DevOps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Your board assigns work to Devin like any other team member.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THE LOOP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Work item → PR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Work item assigned to Devin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Service hook fires, conditions match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Session implements and verifies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PR opens, work item updated to Resolved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GUARDRAILS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Safe to leave 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Conditions on the payload: only the right items start a session.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Limits: ACUs per run, runs per hour, concurrency and queueing.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Human gates: Devin asks in Teams when unsure. It never closes items.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724400" y="35636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4798060" y="34671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Same pattern for failing CI, scheduled chores and incident alerts.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THE RULE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Nothing goes on a trigger you have not watched succeed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Plugins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Everything you taught Devin about a codebase, as one versioned, installable unit.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BEFORE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Three loose pieces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540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3276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Knowledge notes: flat text, hard to scope.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540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3276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Playbooks: reusable prompts, no tools or rules.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540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3276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Skills: per repo, each one reinventing the house rules.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NOW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One plugin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Rules + skills + hooks + MCP connections together.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Installed per person, org or enterprise. Required or optional.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Your Knowledge is already migrated into a plugin.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724400" y="35636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4798060" y="34671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Devin can edit and roll out the plugin itself.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2" name="TextBox 191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DEMO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Ask Devin to add a rule; watch it update the plugin and ask for approval.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Dynamic workflows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Many similar tasks, one prompt. Devin orchestrates a fleet of sessions with code.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THE SHAPE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Fan out, verify, roll up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Inventory the work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One agent per item, in parallel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A different agent verifies each result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Roll up into one PR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WHAT SURPRISES PEOPLE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Control while it runs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Interrupt one agent mid-flight; the others never notice.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Stop the run, resume by id. Finished work is not redone.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Structured output between steps, so the script decides what happens next.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WHEN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Five or more items and more than one step. Below that, an automation is enough.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Extra: CLI ⇄ Cloud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The same Devin on your laptop and in the cloud. Work moves, context comes with it.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ROUND TRIP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One task, two places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Start locally in the terminal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/handoff sends it to the cloud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devin ssh and devin forward reach the cloud VM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/pickup brings it back to the laptop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WHY IT MATTERS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No more choosing a machine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Long tasks no longer die when the lid closes.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Debug inside the cloud VM as if it were local.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Hands off from Claude Code and Cursor too.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DEMO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Start a ticket locally, hand off, ssh in, pick it back 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Extra: code scans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Whole-codebase scans with findings Devin can fix.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HOW IT WORKS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Scan → findings → fix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Pick a scan type or write your own brief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Findings tab: severity, file, explanation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Assign to Devin, one or in bulk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Fix PRs come back reviewed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WHY IT MATTERS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A queue, not an audit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Security, performance, dead code, test coverage, accessibility.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Scheduled, across many repos, only on new commits.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Security Swarm adds threat models and chained attack paths.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DEMO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Scan the demo service, read three findings, assign one to Devin.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Extra: Devin On-Call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Devin as the first responder. No prompt engineering required.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400000" y="588000"/>
            <a:ext cx="1400000" cy="228600"/>
          </a:xfrm>
          <a:prstGeom prst="rect">
            <a:avLst/>
          </a:prstGeom>
          <a:solidFill>
            <a:srgbClr val="F2F2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7400000" y="5880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2600FF"/>
                </a:solidFill>
                <a:latin typeface="Geist Medium"/>
              </a:rPr>
              <a:t>BETA  ·  EARLY ACCESS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THE FLOW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Alert → fix → post-mortem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Incident fires in PagerDuty or the on-call chat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Devin triages and posts incident notes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Fix PR opens; the human on call is pinged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On resolve, the post-mortem is drafted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WHY IT MATTERS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Faster than opening a laptop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Reproduces, reads logs and recent PRs before anyone is awake.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Never merges, never closes the incident.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You are seeing this before general availability.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DEMO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Fire a test alert against the demo service and watch the notes appear.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Extra: Devin Migrations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The dynamic workflow as a product: inventory, plan, parallel execution, roll-up.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400000" y="588000"/>
            <a:ext cx="1400000" cy="228600"/>
          </a:xfrm>
          <a:prstGeom prst="rect">
            <a:avLst/>
          </a:prstGeom>
          <a:solidFill>
            <a:srgbClr val="F2F2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7400000" y="5880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2600FF"/>
                </a:solidFill>
                <a:latin typeface="Geist Medium"/>
              </a:rPr>
              <a:t>BETA  ·  EARLY ACCESS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THE FLOW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A managed run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Point it at a codebase and a target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Review the inventory and plan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Units run in parallel with verification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9860" y="32928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41300" y="35433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251460" y="35229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Roll-up: merged, needs a human, ready for review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WHY IT MATTERS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Supervise, do not script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Frameworks, language versions, patterns, legacy jobs.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Progress and cost visible while it runs.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Beta today; flow shown from the beta UI.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DEMO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Same legacy jobs as the workflow demo, this time with no script.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8" name="Google Shape;168;p22"/>
          <p:cNvSpPr/>
          <p:nvPr/>
        </p:nvSpPr>
        <p:spPr>
          <a:xfrm>
            <a:off x="3514725" y="4962525"/>
            <a:ext cx="881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Proprietary and Confidential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734425" y="238125"/>
            <a:ext cx="171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120"/>
              </a:lnSpc>
              <a:spcBef>
                <a:spcPts val="0"/>
              </a:spcBef>
              <a:spcAft>
                <a:spcPts val="0"/>
              </a:spcAft>
              <a:buClr>
                <a:srgbClr val="7B7A7A"/>
              </a:buClr>
              <a:buSzPts val="498"/>
              <a:buFont typeface="Geist"/>
              <a:buNone/>
            </a:pPr>
            <a:r>
              <a:rPr b="0" i="0" lang="en" sz="499" u="none" cap="none" strike="noStrike">
                <a:solidFill>
                  <a:srgbClr val="7B7A7A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4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238125" y="4943475"/>
            <a:ext cx="64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8571" y="4944405"/>
            <a:ext cx="64032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3" y="0"/>
            <a:ext cx="4763" cy="486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4938" y="0"/>
            <a:ext cx="4763" cy="4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TextBox 169"/>
          <p:cNvSpPr txBox="1"/>
          <p:nvPr/>
        </p:nvSpPr>
        <p:spPr>
          <a:xfrm>
            <a:off x="149860" y="195580"/>
            <a:ext cx="3000000" cy="126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500">
                <a:solidFill>
                  <a:srgbClr val="7B7A7A"/>
                </a:solidFill>
                <a:latin typeface="Geist"/>
              </a:rPr>
              <a:t>Access Group  ·  Devin advanced workshop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8125" y="552450"/>
            <a:ext cx="8000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>
                <a:solidFill>
                  <a:srgbClr val="141414"/>
                </a:solidFill>
                <a:latin typeface="Geist Medium"/>
              </a:rPr>
              <a:t>Take it home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9860" y="930000"/>
            <a:ext cx="8661300" cy="1779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900">
                <a:solidFill>
                  <a:srgbClr val="7B7A7A"/>
                </a:solidFill>
                <a:latin typeface="Geist"/>
              </a:rPr>
              <a:t>Three things to switch on this week.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98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THIS WEEK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98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Start small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1300" y="19050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251460" y="18846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Run “Suggest for me” on your org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860" y="22006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41300" y="24511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251460" y="24307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Turn one repo’s knowledge into a plugin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9860" y="2746700"/>
            <a:ext cx="4099560" cy="25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>
                <a:solidFill>
                  <a:srgbClr val="2600FF"/>
                </a:solidFill>
                <a:latin typeface="Geist"/>
              </a:rPr>
              <a:t>↓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1300" y="2997200"/>
            <a:ext cx="409956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251460" y="2976880"/>
            <a:ext cx="3896360" cy="319940"/>
          </a:xfrm>
          <a:prstGeom prst="rect">
            <a:avLst/>
          </a:prstGeom>
          <a:noFill/>
        </p:spPr>
        <p:txBody>
          <a:bodyPr wrap="square" lIns="91425" rIns="91425" tIns="91425" bIns="91425" anchor="ctr">
            <a:spAutoFit/>
          </a:bodyPr>
          <a:lstStyle/>
          <a:p>
            <a:pPr algn="l"/>
            <a:r>
              <a:rPr sz="950">
                <a:solidFill>
                  <a:srgbClr val="141414"/>
                </a:solidFill>
                <a:latin typeface="Geist Medium"/>
              </a:rPr>
              <a:t>Find your first fan-out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20260" y="1250000"/>
            <a:ext cx="41910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7B7A7A"/>
                </a:solidFill>
                <a:latin typeface="Geist"/>
              </a:rPr>
              <a:t>THE MEASURE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620260" y="1427800"/>
            <a:ext cx="4191000" cy="2793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700">
                <a:solidFill>
                  <a:srgbClr val="141414"/>
                </a:solidFill>
                <a:latin typeface="Geist Medium"/>
              </a:rPr>
              <a:t>What good looks like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724400" y="20015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4798060" y="19050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Fewer human hours per ticket, not more sessions.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24400" y="25222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4798060" y="24257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Automations you can leave on because of limits and gates.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724400" y="3042920"/>
            <a:ext cx="12600" cy="101600"/>
          </a:xfrm>
          <a:prstGeom prst="rect">
            <a:avLst/>
          </a:prstGeom>
          <a:solidFill>
            <a:srgbClr val="2600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4798060" y="2946400"/>
            <a:ext cx="4013200" cy="5207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>
                <a:solidFill>
                  <a:srgbClr val="141414"/>
                </a:solidFill>
                <a:latin typeface="Geist"/>
              </a:rPr>
              <a:t>One place that holds what Devin knows about your code.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41300" y="4140000"/>
            <a:ext cx="8661300" cy="96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2" name="TextBox 191"/>
          <p:cNvSpPr txBox="1"/>
          <p:nvPr/>
        </p:nvSpPr>
        <p:spPr>
          <a:xfrm>
            <a:off x="149860" y="4195880"/>
            <a:ext cx="8661300" cy="1524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700">
                <a:solidFill>
                  <a:srgbClr val="2600FF"/>
                </a:solidFill>
                <a:latin typeface="Geist Medium"/>
              </a:rPr>
              <a:t>THANK YOU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49860" y="4360980"/>
            <a:ext cx="8661300" cy="22860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/>
            <a:r>
              <a:rPr sz="1000">
                <a:solidFill>
                  <a:srgbClr val="141414"/>
                </a:solidFill>
                <a:latin typeface="Geist Medium"/>
              </a:rPr>
              <a:t>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